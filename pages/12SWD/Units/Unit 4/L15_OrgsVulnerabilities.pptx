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Organisations, Development Models &amp; Vulnerabilities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2 begins — from building to analysing.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0EA5E9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y12-sd-u4-l15-orgs-vulnerabilities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app or service you use where you'd guess the company built it themselves, and one where you'd guess they outsourced it. What made you guess that?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today formalises this instinct.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y12-sd-u4-l15-orgs-vulnerabilities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in-house and external development, and identify vulnerabilities relevant to a real development context.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compare in-house and external development on control, cost and expertise.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which vulnerabilities apply to a given development scenario.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why combined dev/test/production environments increase risk.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y12-sd-u4-l15-orgs-vulnerabilities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In-house vs external development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206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direct oversight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depends on 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ongoing staffing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lower upfront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existing 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to specialised 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y12-sd-u4-l15-orgs-vulnerabilities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Vulnerabilities in insecure development environments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exposing insufficiently secured endpoints; malware; unpatched software.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identity and access management; man-in-the-middle attacks; insider threats.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 security incidents; third-party software risk; ineffective code review.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development/testing/production environments — untested code can reach live data.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Case-study application: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organisation, ask: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of these risks is MOST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plausible given how they work?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evidence points to that?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y12-sd-u4-l15-orgs-vulnerabilities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case-study organisation more likely in-house or external — what's the evidence?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vulnerability from today's list feels most relevant to their situation?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separating dev/test/production environments actually reduce risk in practice?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y12-sd-u4-l15-orgs-vulnerabilities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15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15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your case-study organisation is in-house or external, with evidence.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vulnerabilities most relevant to their context.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combined environments increase risk.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y12-sd-u4-l15-orgs-vulnerabilities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list as many vulnerability types as you can from memory, no notes — then check what you missed.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y12-sd-u4-l15-orgs-vulnerabilities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combining development, testing and production environments increase risk?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start of Outcome 2 — different content, different assessment (the SAC)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security controls, threat modelling, legislation and ethics — the widest-content session in the unit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y12-sd-u4-l15-orgs-vulnerabilities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L17 — Security Controls, Threat Modelling, Legislation &amp; Ethics (Week 7).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case-study organisation notes handy — you'll build directly on them next lesson.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to decide in-house vs external? Look for evidence in how quickly they respond to issues — that's often a tell.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y12-sd-u4-l15-orgs-vulnerabilities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L15 — Organisations, Development Models &amp; Vulnerabilities</dc:title>
  <dc:subject>PptxGenJS Presentation</dc:subject>
  <dc:creator>EduPortal</dc:creator>
  <cp:lastModifiedBy>EduPortal</cp:lastModifiedBy>
  <cp:revision>1</cp:revision>
  <dcterms:created xsi:type="dcterms:W3CDTF">2026-07-03T17:29:41Z</dcterms:created>
  <dcterms:modified xsi:type="dcterms:W3CDTF">2026-07-03T17:29:41Z</dcterms:modified>
</cp:coreProperties>
</file>