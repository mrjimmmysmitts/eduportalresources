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 APPLIED COMPUTING · SOFTWARE DEVELOPMENT · YEAR 12 · WEEK 9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Exam Revision II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lesson before trial exams — targeted gap-closing.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241280" y="4206240"/>
            <a:ext cx="1554480" cy="1554480"/>
          </a:xfrm>
          <a:prstGeom prst="oval">
            <a:avLst/>
          </a:prstGeom>
          <a:solidFill>
            <a:srgbClr val="64748B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0" y="4663440"/>
            <a:ext cx="822960" cy="822960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y12-sd-u4-l21-exam-revision-2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⏱ Warm Up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95097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101600" dist="38100" dir="5400000">
              <a:srgbClr val="1F2328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28600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out your top 3 gaps from last lesson to yourself. Has anything changed since then?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devices — today is about closing these, not finding new ones.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y12-sd-u4-l21-exam-revision-2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Today's Objective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4361E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91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close my specific identified gaps and leave with a concrete plan for the remaining time before trials.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my command-term answers need to include.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9768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628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closed at least one gap identified in L20 through targeted practice.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532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a specific, actionable plan for my remaining weak spots.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y12-sd-u4-l21-exam-revision-2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technique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command term first, then the question — it changes what's expected.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your answer length to the marks available.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case-study questions, refer explicitly back to the case study.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answers lose marks even when correct in principle.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0" y="1828800"/>
            <a:ext cx="4754880" cy="3931920"/>
          </a:xfrm>
          <a:prstGeom prst="roundRect">
            <a:avLst>
              <a:gd name="adj" fmla="val 27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8660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DEMONSTRATION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86600" y="2514600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leave today: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should be able to name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top 3 remaining weak spots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SPECIFIC plan for each —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“I'll study more.”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y12-sd-u4-l21-exam-revision-2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· Pair · Share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3931920"/>
          </a:xfrm>
          <a:prstGeom prst="roundRect">
            <a:avLst>
              <a:gd name="adj" fmla="val 2791"/>
            </a:avLst>
          </a:prstGeom>
          <a:solidFill>
            <a:srgbClr val="F5F0F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Think · Pair · Share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10424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your plan for your weakest gap to a partner — is it specific enough to actually follow?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one exam technique mistake you know you've made before?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one thing you're most confident about going into trials?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y12-sd-u4-l21-exam-revision-2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Portfolio Section 21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EF1F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37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Open your SAT Portfolio Workbook — Section 21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23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188720" y="2423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2423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your top 3 weak spots from L20 with targeted practice.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66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188720" y="3566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3566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what you did for each, and whether it helped.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188720" y="4709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4709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specific, concrete final plan for the days before trials.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y12-sd-u4-l21-exam-revision-2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36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🧠 Brain Break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3832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seconds: write down one thing you're proud of getting better at this term — not just content, anything.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y12-sd-u4-l21-exam-revision-2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🚪 Exit Ticket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DECEC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373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one thing you're most confident about going into trials?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checklist — where you should be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10607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last Software Development lesson before trial exams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luck — you've built a full working solution and sat a SAC this term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y12-sd-u4-l21-exam-revision-2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64592" cy="1143000"/>
          </a:xfrm>
          <a:prstGeom prst="round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exams. No new SD content — use your final plan from today.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164592" cy="114300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LESSON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specific plan you wrote today — not a vague “study everything” approach.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526280"/>
            <a:ext cx="164592" cy="1143000"/>
          </a:xfrm>
          <a:prstGeom prst="round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HELP?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892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 overwhelmed heading into trials? Focus on your plan's top item first — momentum from one closed gap helps with the rest.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y12-sd-u4-l21-exam-revision-2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 L21 — General Exam Revision II</dc:title>
  <dc:subject>PptxGenJS Presentation</dc:subject>
  <dc:creator>EduPortal</dc:creator>
  <cp:lastModifiedBy>EduPortal</cp:lastModifiedBy>
  <cp:revision>1</cp:revision>
  <dcterms:created xsi:type="dcterms:W3CDTF">2026-07-03T17:32:01Z</dcterms:created>
  <dcterms:modified xsi:type="dcterms:W3CDTF">2026-07-03T17:32:01Z</dcterms:modified>
</cp:coreProperties>
</file>