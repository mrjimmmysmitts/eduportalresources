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640080"/>
            <a:ext cx="2651760" cy="457200"/>
          </a:xfrm>
          <a:prstGeom prst="roundRect">
            <a:avLst>
              <a:gd name="adj" fmla="val 20000"/>
            </a:avLst>
          </a:prstGeom>
          <a:solidFill>
            <a:srgbClr val="EF444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64008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ASSESSED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24688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rgbClr val="4361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VCE APPLIED COMPUTING · SOFTWARE DEVELOPMENT · YEAR 12 · WEEK 8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2880360"/>
            <a:ext cx="107899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23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SAC — Assessment Day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548640" y="4480560"/>
            <a:ext cx="9601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School-assessed Coursework, Outcome 2.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10241280" y="4206240"/>
            <a:ext cx="1554480" cy="1554480"/>
          </a:xfrm>
          <a:prstGeom prst="oval">
            <a:avLst/>
          </a:prstGeom>
          <a:solidFill>
            <a:srgbClr val="EF4444">
              <a:alpha val="12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0698480" y="4663440"/>
            <a:ext cx="822960" cy="822960"/>
          </a:xfrm>
          <a:prstGeom prst="oval">
            <a:avLst/>
          </a:prstGeom>
          <a:solidFill>
            <a:srgbClr val="EF4444">
              <a:alpha val="30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760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y12-sd-u4-l19-sac-day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43000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760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82296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3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Before we begin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645920"/>
            <a:ext cx="11064240" cy="4206240"/>
          </a:xfrm>
          <a:prstGeom prst="roundRect">
            <a:avLst>
              <a:gd name="adj" fmla="val 2609"/>
            </a:avLst>
          </a:prstGeom>
          <a:solidFill>
            <a:srgbClr val="FDECEC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965960"/>
            <a:ext cx="1033272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Duration: 100–120 minutes, under test conditions</a:t>
            </a:r>
            <a:endParaRPr lang="en-US" sz="18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study format — structured questions or a written/multimedia report</a:t>
            </a:r>
            <a:endParaRPr lang="en-US" sz="18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devices except what your teacher specifies for the assessment itself</a:t>
            </a:r>
            <a:endParaRPr lang="en-US" sz="18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assesses Outcome 2 (Cyber Security) — covering organisations &amp; development models, vulnerabilities, security controls, threat modelling, legislation and ethics</a:t>
            </a:r>
            <a:endParaRPr lang="en-US" sz="18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every command term carefully — Explain, Evaluate, Discuss and Justify all want different things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760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y12-sd-u4-l19-sac-day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43000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760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F23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0"/>
            <a:ext cx="10698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Take your time. Read carefully. You've prepared for this.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760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y12-sd-u4-l19-sac-day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143000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760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Unit 4 L19 — SAC Assessment Day</dc:title>
  <dc:subject>PptxGenJS Presentation</dc:subject>
  <dc:creator>EduPortal</dc:creator>
  <cp:lastModifiedBy>EduPortal</cp:lastModifiedBy>
  <cp:revision>1</cp:revision>
  <dcterms:created xsi:type="dcterms:W3CDTF">2026-07-03T17:32:00Z</dcterms:created>
  <dcterms:modified xsi:type="dcterms:W3CDTF">2026-07-03T17:32:00Z</dcterms:modified>
</cp:coreProperties>
</file>