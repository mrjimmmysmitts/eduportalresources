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APPLIED COMPUTING · SOFTWARE DEVELOPMENT · YEAR 12 · WEEK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Techniques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Existence, type and range checks — Criterion 7 continues.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0" y="4206240"/>
            <a:ext cx="1554480" cy="1554480"/>
          </a:xfrm>
          <a:prstGeom prst="oval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698480" y="4663440"/>
            <a:ext cx="822960" cy="822960"/>
          </a:xfrm>
          <a:prstGeom prst="oval">
            <a:avLst/>
          </a:prstGeom>
          <a:solidFill>
            <a:srgbClr val="10B981">
              <a:alpha val="3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y12-sd-u4-l10-validation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⏱ Warm Up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95097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1F2328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228600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enters their age as 'banana'. What SHOULD happen? What would happen right now in your solution?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— just think about the gap between those two answers.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y12-sd-u4-l10-validation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Today's Objective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apply existence, type and range validation to input data across my modules.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difference between existence, type and range checks.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2628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implemented validation on at least one module's input fields.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75320" y="35661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75320" y="3566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41148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why validation can't guarantee data is truthful, only reasonable.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y12-sd-u4-l10-validation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checks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catches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61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required field was left blank or 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isn't the right kind — letters where a number was expected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is outside an acceptable range — e.g. an age of 174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y12-sd-u4-l10-validation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≠ verification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778240" y="1051560"/>
            <a:ext cx="2880360" cy="457200"/>
          </a:xfrm>
          <a:prstGeom prst="roundRect">
            <a:avLst>
              <a:gd name="adj" fmla="val 16000"/>
            </a:avLst>
          </a:prstGeom>
          <a:solidFill>
            <a:srgbClr val="FDF3E3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0" y="1051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checks you're building the thing correctly, against requirements.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 the finished thing behaves sensibly when real data hits it.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can catch nonsense — it can't tell if someone is lying.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 of 174 gets caught. An age of 45 entered by a 16-year-old does not.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754880" cy="3931920"/>
          </a:xfrm>
          <a:prstGeom prst="roundRect">
            <a:avLst>
              <a:gd name="adj" fmla="val 27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086600" y="20574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DEMONSTRATION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251460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Section 10 checklist: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fields mapped to their checks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 least one module has validation implemented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Know what happens when validation fails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y12-sd-u4-l10-validation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EF1F3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Off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· Pair · Share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3931920"/>
          </a:xfrm>
          <a:prstGeom prst="roundRect">
            <a:avLst>
              <a:gd name="adj" fmla="val 2791"/>
            </a:avLst>
          </a:prstGeom>
          <a:solidFill>
            <a:srgbClr val="F5F0FE"/>
          </a:solidFill>
          <a:ln w="127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· Pair · Share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424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input field in your solution — which checks does it need, and why?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 to the user when validation fails — what's the actual experience?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field in your solution that currently has NO validation. Should it?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y12-sd-u4-l10-validation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Portfolio Section 10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EF1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737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SAT Portfolio Workbook — Section 10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423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63040" y="2423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input field to its required check(s).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3566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88720" y="3566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63040" y="3566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validation on at least one module.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548640" cy="10058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4709160"/>
            <a:ext cx="548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88720" y="4709160"/>
            <a:ext cx="10424160" cy="1005840"/>
          </a:xfrm>
          <a:prstGeom prst="roundRect">
            <a:avLst>
              <a:gd name="adj" fmla="val 9091"/>
            </a:avLst>
          </a:prstGeom>
          <a:solidFill>
            <a:srgbClr val="EEF1F3"/>
          </a:solidFill>
          <a:ln w="1270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63040" y="47091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and implement what happens when validation fails.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y12-sd-u4-l10-validation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6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Brain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seconds: try to break your own validation — enter the weirdest technically-valid input you can think of.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y12-sd-u4-l10-validation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56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378440" y="256032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E9FBF3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378440" y="2560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On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Exit Ticket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DECEC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7373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 example of data your validation would accept but that could still be untrue.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 — where you should 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10607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today: at least one module has working validation with clear failure behaviour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development approaches — repositories, APIs, AI assistants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y12-sd-u4-l10-validation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64592" cy="1143000"/>
          </a:xfrm>
          <a:prstGeom prst="roundRect">
            <a:avLst/>
          </a:prstGeom>
          <a:solidFill>
            <a:srgbClr val="4361E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— Established &amp; Innovative Development Approaches: repositories, APIs/libraries, AI assistants.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64592" cy="1143000"/>
          </a:xfrm>
          <a:prstGeom prst="round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validation to at least one more module before next lesson.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64592" cy="1143000"/>
          </a:xfrm>
          <a:prstGeom prst="round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4526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which check applies? Ask what a WRONG entry would actually look like — that tells you which check catches it.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y12-sd-u4-l10-validation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L10 — Validation Techniques</dc:title>
  <dc:subject>PptxGenJS Presentation</dc:subject>
  <dc:creator>EduPortal</dc:creator>
  <cp:lastModifiedBy>EduPortal</cp:lastModifiedBy>
  <cp:revision>1</cp:revision>
  <dcterms:created xsi:type="dcterms:W3CDTF">2026-07-03T17:28:21Z</dcterms:created>
  <dcterms:modified xsi:type="dcterms:W3CDTF">2026-07-03T17:28:21Z</dcterms:modified>
</cp:coreProperties>
</file>