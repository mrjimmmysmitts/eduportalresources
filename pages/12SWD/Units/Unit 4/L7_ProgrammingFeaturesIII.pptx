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 · WEEK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Language Features III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GUIs, event-driven flow, and functions vs methods.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4361EE">
              <a:alpha val="12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4361EE">
              <a:alpha val="3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y12-sd-u4-l7-prog-features-3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an app on your phone. Name three things that only happen because YOU tapped, typed or swiped something — not because the app decided on its own.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— you're about to meet the programming model behind this.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y12-sd-u4-l7-prog-features-3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event-driven GUI elements and correctly choose between functions and methods in your second module.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"event-driven" means and how it differs from sequential flow.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implemented a GUI event handler and a function or method in my second module.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justify each choice between a standalone function and an object method.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y12-sd-u4-l7-prog-features-3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GUIs are event-driven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Sequence, selection, iteration all run in an order YOU control.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 flips that: the program waits, and the user's actions decide what runs next.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click, a keypress, a menu selection — each is an event.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writing one long script anymore — you're writing many small responses to possible events.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handler pattern: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[button] CLICK: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validate input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IF valid THEN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save data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update display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ELSE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show error message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y12-sd-u4-l7-prog-features-3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vs methods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9611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standalone, reusable block of code — takes parameters, does something, optionally returns a result. Not tied to any object.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function that belongs to an object or class — it can access and change that object's own data.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y12-sd-u4-l7-prog-features-3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384048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EEF1FD"/>
          </a:solidFill>
          <a:ln w="12700">
            <a:solidFill>
              <a:srgbClr val="4361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2296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distinction matters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43891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solution uses classes and objects, code that only makes sense in relation to a specific object's data should be a method on that object — not a free-floating function passed the data every time.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requirement reminder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78240" y="10515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78240" y="1051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6 expects GUIs genuinely demonstrated across your solution — check your own design.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second module is one of them, its event handlers are today's main build target.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interactive element needs its own event handler — map them before you code.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Section 7 checklist: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GUI elements listed, each with its triggering event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 least one event handler implemented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Function vs method choice justified for each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y12-sd-u4-l7-prog-features-3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· Pair · Share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 partner through one GUI element in your second module — what event triggers it, and what happens?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piece of code you've written that touches an object's own data — should it be a method?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 if two event handlers try to change the same data at once?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y12-sd-u4-l7-prog-features-3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7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7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second module's GUI elements and the event each one responds to.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at least one event handler.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at least one function or method, and justify which one it is.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y12-sd-u4-l7-prog-features-3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Brain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seconds: click through your own GUI (or sketch it) and narrate out loud, for each element, what event fires and what should happen.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y12-sd-u4-l7-prog-features-3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thing that could go wrong if two of your GUI event handlers try to change the same data at once?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lesson: your second module has at least one working event handler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wraps up Criterion 6 — classes, objects and access modifiers, across your remaining modules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y12-sd-u4-l7-prog-features-3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L8 — Programming Language Features IV: classes, objects, access modifiers — Criterion 6 completion checkpoint.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every GUI element in your second module has a clear, single event it responds to — ambiguous triggers cause bugs later.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handler not firing? Check it's actually attached to the right element — this is the most common cause, not the logic inside it.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y12-sd-u4-l7-prog-features-3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L7 — Programming Language Features III</dc:title>
  <dc:subject>PptxGenJS Presentation</dc:subject>
  <dc:creator>EduPortal</dc:creator>
  <cp:lastModifiedBy>EduPortal</cp:lastModifiedBy>
  <cp:revision>1</cp:revision>
  <dcterms:created xsi:type="dcterms:W3CDTF">2026-07-03T17:19:07Z</dcterms:created>
  <dcterms:modified xsi:type="dcterms:W3CDTF">2026-07-03T17:19:07Z</dcterms:modified>
</cp:coreProperties>
</file>