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 Transition &amp; Outcome 1 Overview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4, Lesson 1 — the SAT continues. Same task, next stage.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64748B">
              <a:alpha val="12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y12-sd-u4-l1-sat-transition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Warm Up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9509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1F2328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sentence: what was the single hardest part of your Unit 3 design work? Be ready to share.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 — just think, and be ready to share with a partner.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y12-sd-u4-l1-sat-transition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Today's Objective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understand how Unit 4 Outcome 1 continues the SAT you started in Unit 3, and what your finished body of work needs to contain.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how Unit 3 Outcome 2 and Unit 4 Outcome 1 form one continuous SAT.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2628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262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identify what the finished Outcome 1 body of work needs to contain.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7532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7532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make my first Unit 4 Gantt chart annotation with a specific, justified reason.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y12-sd-u4-l1-sat-transition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SAT, two units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0607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Outcome 2 (Criteria 1–5) — brief, project plan, analysis, requirements, design — is complete.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Outcome 1 (Criteria 6–10) is the next stage of the same SAT, scored on the same rubric.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“Develop and evaluate a software solution that meets requirements and assess the effectiveness of the project plan.”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allocated: at least 8 weeks of class time — Weeks 1–8 of this term.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y12-sd-u4-l1-sat-transition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finished Outcome 1 body of work contains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78240" y="10515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778240" y="1051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WORKBOOK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solution that meets your software requirements specification (SRS)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and conduct of beta testing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evaluation of the efficiency and effectiveness of the software solution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assessment of the effectiveness of the project plan (Gantt chart)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two items are presented together as ONE of: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written report, 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 annotated visual plan.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which format suits your solution — you'll commit to this properly around Criterion 10.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y12-sd-u4-l1-sat-transition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6–10 at a glance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  <a:gridCol w="5577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you'll produce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language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working solution using the language features you're required to demonstrate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Developing the 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Naming conventions, internal documentation,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Debugging &amp; alpha 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data, testing tables, evidence modules function correctly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testing plan, real user sessions, documented results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evaluation + project plan effectiveness assessment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y12-sd-u4-l1-sat-transition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DF3E3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77240" y="58064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Important boundary: design changes are YOUR decision. Your teacher can give feedback, but cannot direct changes — and your Unit 3 score won't be reassessed either way.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Discuss: is your design still buildable?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· Pair ·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 at your Unit 3 preferred design now — does anything feel less clear than it did when you wrote it?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found a gap, whose job is it to decide the fix?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question you'd want to ask your teacher before you start building?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y12-sd-u4-l1-sat-transition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Portfolio Section 1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SAT Portfolio Workbook — Section 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423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63040" y="2423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four things your finished Outcome 1 body of work needs to contain.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3040" y="3566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who decides on design changes, and what happens to your Unit 3 score?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709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4709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46304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first Unit 4 Gantt chart monitoring entry, with a real reason.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y12-sd-u4-l1-sat-transition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Brain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seconds: stand up, and name (out loud, to yourself or a neighbour) every module in your own solution — from memory, no notes.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y12-sd-u4-l1-sat-transition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or two sentences: how does Unit 4 Outcome 1 connect to what you already did in Unit 3 Outcome 2?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 — where you should 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Week 1 you should have your environment ready and your first module underway (Criterion 6)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Week 8 all of Criteria 6–10 evidence should be complete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y12-sd-u4-l1-sat-transition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64592" cy="1143000"/>
          </a:xfrm>
          <a:prstGeom prst="round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— Revisiting the Preferred Design: a hard, honest re-check of your four Unit 3 design artefacts before you build.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4592" cy="1143000"/>
          </a:xfrm>
          <a:prstGeom prst="round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your own object descriptions, IPO charts, data dictionary and pseudocode modules before next lesson.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64592" cy="1143000"/>
          </a:xfrm>
          <a:prstGeom prst="round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on what Outcome 1 requires? Re-read the unit site Section 1, or flag a specific question for your teacher — not “I don't get it”.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y12-sd-u4-l1-sat-transition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L1 — SAT Transition &amp; Outcome 1 Overview</dc:title>
  <dc:subject>PptxGenJS Presentation</dc:subject>
  <dc:creator>EduPortal</dc:creator>
  <cp:lastModifiedBy>EduPortal</cp:lastModifiedBy>
  <cp:revision>1</cp:revision>
  <dcterms:created xsi:type="dcterms:W3CDTF">2026-07-03T16:50:08Z</dcterms:created>
  <dcterms:modified xsi:type="dcterms:W3CDTF">2026-07-03T16:50:08Z</dcterms:modified>
</cp:coreProperties>
</file>