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640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VCE APPLIED COMPUTING · SOFTWARE DEVELOPMENT · YEAR 12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Environment &amp; Repository Setup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4, Lesson 3 — build a workspace that survives eight weeks.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241280" y="4206240"/>
            <a:ext cx="1554480" cy="1554480"/>
          </a:xfrm>
          <a:prstGeom prst="oval">
            <a:avLst/>
          </a:prstGeom>
          <a:solidFill>
            <a:srgbClr val="64748B">
              <a:alpha val="12000"/>
            </a:srgbClr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698480" y="4663440"/>
            <a:ext cx="822960" cy="822960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y12-sd-u4-l3-environment-setup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UP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⏱ Warm Up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95097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sx="100000" sy="100000" kx="0" ky="0" algn="bl" rotWithShape="0" blurRad="101600" dist="38100" dir="5400000">
              <a:srgbClr val="1F2328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2286000"/>
            <a:ext cx="8778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poll (hands up): who has lost work before because of a bad file name, no backup, or an overwritten version?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42976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devices — this is about the lesson's stakes, not a task yet.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y12-sd-u4-l3-environment-setup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Today's Objective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6916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set up a version-controlled development environment matched to my design, and decide a justified build order.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7724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7724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why version control and a backup location matter for a solo 8-week build.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9768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2628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2628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a working environment, repository and folder structure matching my module names.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4672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27532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7532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7532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justify my build order using dependencies identified in my own design.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y12-sd-u4-l3-environment-setup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set up today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4124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 / editor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Whatever language and environment you specified in your technical environment section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repository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control — every saved milestone is a discrete, meaningful commit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Folder structure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clearly named location per module, matching your design's module names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second location (external drive, network drive, secure cloud) — required for authentication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y12-sd-u4-l3-environment-setup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your build order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8778240" y="1051560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FDF3E3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778240" y="10515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COPY TO WORKBOOK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yesterday's design readiness check to decide which module to build first.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Usually: the module with the fewest dependencies on the others.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something working early gives you a base to test and debug against as you go.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858000" y="1828800"/>
            <a:ext cx="4754880" cy="3931920"/>
          </a:xfrm>
          <a:prstGeom prst="roundRect">
            <a:avLst>
              <a:gd name="adj" fmla="val 27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086600" y="2057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DEMONSTRATION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86600" y="2514600"/>
            <a:ext cx="4297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order questions to ask: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Which module does nothing else depend on?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Which module, if delayed, blocks the most other work?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Which module is riskiest — build it while you have the most time left?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y12-sd-u4-l3-environment-setup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TEACHING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· Pair · Share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64240" cy="3931920"/>
          </a:xfrm>
          <a:prstGeom prst="roundRect">
            <a:avLst>
              <a:gd name="adj" fmla="val 2791"/>
            </a:avLst>
          </a:prstGeom>
          <a:solidFill>
            <a:srgbClr val="F5F0FE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Think · Pair · Share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10424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your build order to a partner — does the reasoning hold up when you say it out loud?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your single biggest risk to the 8-week timeline, and what would reduce it?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repository or backup failed today, how much work would you actually lose?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y12-sd-u4-l3-environment-setup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 LEARNING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9FBF3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On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Portfolio Section 3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7373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Open your SAT Portfolio Workbook — Section 3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2423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188720" y="2423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463040" y="2423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your IDE, repository, folder structure and backup location.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8640" y="3566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188720" y="3566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63040" y="3566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your build order for all your modules, with a one-sentence justification.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48640" y="4709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188720" y="4709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463040" y="4709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today's setup as a Gantt chart monitoring entry.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y12-sd-u4-l3-environment-setup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36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🧠 Brain Break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33832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seconds: make your first commit right now — even if it's just an empty project structure. Watch the timestamp land.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y12-sd-u4-l3-environment-setup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9FBF3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On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🚪 Exit Ticket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FDECEC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173736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single biggest risk to your 8-week build timeline, and what would you do about it?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checklist — where you should be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10607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today: environment, repository and backup are all live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 (Week 1, Term 3) you start building your first module — Criterion 6 evidence begins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y12-sd-u4-l3-environment-setup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164592" cy="1143000"/>
          </a:xfrm>
          <a:prstGeom prst="roundRect">
            <a:avLst/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1440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— Unit 4 Launch &amp; Solution Orientation: Term 3 begins, and your first module's build starts in earnest.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164592" cy="1143000"/>
          </a:xfrm>
          <a:prstGeom prst="round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LESSON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your environment, repository and backup are all confirmed working before Week 1 — don't lose lesson time to setup problems.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526280"/>
            <a:ext cx="164592" cy="1143000"/>
          </a:xfrm>
          <a:prstGeom prst="round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14400" y="4526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HELP?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892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not working? Flag it with your teacher now, not in Week 1 — setup issues are easiest to fix while there's no build pressure yet.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y12-sd-u4-l3-environment-setup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4 L3 — Development Environment &amp; Repository Setup</dc:title>
  <dc:subject>PptxGenJS Presentation</dc:subject>
  <dc:creator>EduPortal</dc:creator>
  <cp:lastModifiedBy>EduPortal</cp:lastModifiedBy>
  <cp:revision>1</cp:revision>
  <dcterms:created xsi:type="dcterms:W3CDTF">2026-07-03T16:50:09Z</dcterms:created>
  <dcterms:modified xsi:type="dcterms:W3CDTF">2026-07-03T16:50:09Z</dcterms:modified>
</cp:coreProperties>
</file>