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of Solution &amp; Project Plan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testing — judging how well it satisfies the need.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'does it work?' and 'is it good?' Give an example from your own solution.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that gap is exactly what evaluation measures.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my solution against my Unit 3 criteria, propose a future evaluation strategy, and assess my project plan's effectiveness.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evaluation is different from testing.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evaluated my solution against my own Unit 3 criteria.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identify specific reasons my project plan changed and their impact.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064240" cy="4297680"/>
          </a:xfrm>
          <a:prstGeom prst="roundRect">
            <a:avLst>
              <a:gd name="adj" fmla="val 2553"/>
            </a:avLst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Compressed lesson — three components in 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22860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evaluation — using your Unit 3 criteria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a future evaluation strategy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your project plan's effectiveness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with your beta test results and your full Gantt chart history ready — you'll need both today.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the solution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Measurable, fact-based — use whenever you 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Opinions, interviews, surveys — where a measurable fact isn't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your project plan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 — total number of changes made, and why.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delay — scope creep, personnel changes, technical issues.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— could time have been better allocated across tasks?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essay — use headings and dot points.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evaluation strategy needs: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time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criteria to use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Who's responsible for conducting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Unit 3 evaluation criterion — objective or subjective method, and why?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biggest single change on your Gantt chart, and what actually caused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evaluated your solution again in six months, what would you check that you can't check now?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16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your solution against your Unit 3 criteria.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future evaluation strategy — timeframe, criteria, responsibility.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your project plan's effectiveness using your change log.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scroll your entire Gantt chart change history — what's the pattern in WHY things changed?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started this project again, what's the one change you'd make to your original plan?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Outcome 1 (Criteria 6–10) evidence should be essentially complete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S8.1 provides final submission support — this is your last taught AoS1 content lesson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L17 — Security Controls, Threat Modelling, Legislation &amp; Ethics: Outcome 2 continues.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your evaluation and project plan documents — use the S8.1 catch-up for any last submission support you need.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to separate objective from subjective evidence? If you can attach a number or a fact to it, it's objective; if it's someone's opinion, it's subjective.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y12-sd-u4-l16-evaluation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L16 — Evaluation of Solution &amp; Project Plan</dc:title>
  <dc:subject>PptxGenJS Presentation</dc:subject>
  <dc:creator>EduPortal</dc:creator>
  <cp:lastModifiedBy>EduPortal</cp:lastModifiedBy>
  <cp:revision>1</cp:revision>
  <dcterms:created xsi:type="dcterms:W3CDTF">2026-07-03T17:32:00Z</dcterms:created>
  <dcterms:modified xsi:type="dcterms:W3CDTF">2026-07-03T17:32:00Z</dcterms:modified>
</cp:coreProperties>
</file>