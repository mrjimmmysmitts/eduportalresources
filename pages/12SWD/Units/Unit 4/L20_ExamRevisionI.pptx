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Exam Revision 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3 &amp; 4 — full coverage check.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64748B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y12-sd-u4-l20-exam-revision-1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60 seconds, list every Unit 3 &amp; 4 topic you can remember, no notes. What did you forget until just now?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what you forget here is useful information.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y12-sd-u4-l20-exam-revision-1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genuine gaps across the full Units 3 &amp; 4 syllabus and attempt exam-style practice.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full scope of what the exam covers, across both units.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attempted at least one past exam-style question under timed conditions.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name my specific weakest topics, not just "I need to study more."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y12-sd-u4-l20-exam-revision-1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syllabus coverage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3 — Analysis &amp;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&amp; project plan, analytical tools, SRS, design ideas &amp; evaluation, detailed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4 — Development &amp;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features, naming/documentation/validation, debugging/alpha, beta testing,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4 — Cyber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Organisations &amp; models, vulnerabilities, controls, threat modelling, legislation, ethics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y12-sd-u4-l20-exam-revision-1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over re-reading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Practising exam-style questions under time pressure beats re-reading notes.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which question types you're least comfortable with: short answer, extended response, case study.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gap is something you CAN'T yet do — not just something you'd like to re-read.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with the coverage checklist — it only helps if it's accurate.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checklist ratings: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Confident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Needs review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Genuine gap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specific, not vague.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y12-sd-u4-l20-exam-revision-1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coverage checklists with a partner — are your gaps the same or different?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question type do you find hardest — short answer, extended response, or case study?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topic you're confident on that you could help a partner with?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y12-sd-u4-l20-exam-revision-1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20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20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full coverage checklist, honestly.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one past exam-style question under timed conditions.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 top 3 genuine gaps for next lesson.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y12-sd-u4-l20-exam-revision-1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swap your top-3-gaps list with a neighbour — do they know something about one of yours?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y12-sd-u4-l20-exam-revision-1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top 3 genuine gaps to prioritise next lesson.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second-to-last SD lesson before trial exams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 is fully targeted at closing YOUR specific gaps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y12-sd-u4-l20-exam-revision-1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L21 — General Exam Revision II: targeted gap-closing before trials.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closing your top 3 gaps independently before next lesson — don't wait.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where to find practice questions? Ask your teacher for past VCAA exam papers or the study design's sample assessment materials.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y12-sd-u4-l20-exam-revision-1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L20 — General Exam Revision I</dc:title>
  <dc:subject>PptxGenJS Presentation</dc:subject>
  <dc:creator>EduPortal</dc:creator>
  <cp:lastModifiedBy>EduPortal</cp:lastModifiedBy>
  <cp:revision>1</cp:revision>
  <dcterms:created xsi:type="dcterms:W3CDTF">2026-07-03T17:32:01Z</dcterms:created>
  <dcterms:modified xsi:type="dcterms:W3CDTF">2026-07-03T17:32:01Z</dcterms:modified>
</cp:coreProperties>
</file>