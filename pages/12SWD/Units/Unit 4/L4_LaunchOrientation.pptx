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4 Launch &amp; Solution Orientation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 evidence starts today.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4361EE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4361EE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recall (no notes): what's your first module called, does it need a GUI, and what order are you building your modules in?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answer all three confidently, flag it before we start.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I'm ready to build, understand the 8-week shape of Outcome 1, and write my first module's starting code.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the 8-week shape of Outcome 1 and where I am in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declared my first module's variables and constants with correct data types.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my chosen data types are the right ones for each variable.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8-week shape of Outcome 1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94944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 features — building all four modules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 conventions, documentation,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 &amp; alpha testing — every module must pass before beta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testing strategy, conduct, results &amp; modifications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of the solution and the project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check — quick, not a re-teach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readiness check complete (Lesson 2)?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repository set up (Lesson 3)?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decided and justified (Lesson 3)?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these three are missing, sort them before you start coding today.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to code — sequence and selection first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build target: the skeleton of your first module.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your key variables and constants with correct data types.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type must match your data dictionary exactly — no exceptions.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Iteration, operators and GUIs come in Weeks 2–3 — don't reach for them yet.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checklist: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your first module's pseudocode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 every variable/constant it uses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Assign the exact data type from your data dictionary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Declare each one, local or global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 partner through your first module's variable list — does every data type match your data dictionary?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did you make global, and can you justify each one?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very first thing you'll code after this discussion?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4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readiness checklist — flag anything still outstanding.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your first module's variables and constants with data types matching your data dictionary.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writing the skeleton of your first module in your repository.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read your variable names out loud to a neighbour. If either of you can't guess what a variable stores from its name alone, rename it.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first concrete line or function you wrote today?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Week 1 you should have your first module's variables declared and sequence/selection underway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Week 3 every module should reach its first full Criterion 6 checkpoint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— Programming Language Features I: local vs global variables, data types, sequence and selection, in depth.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variable declarations open — you'll build directly on them next lesson.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unsure? Check your data dictionary first — if it's genuinely ambiguous there, that's worth flagging, not guessing at.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y12-sd-u4-l4-launch-orientation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L4 — Unit 4 Launch &amp; Solution Orientation</dc:title>
  <dc:subject>PptxGenJS Presentation</dc:subject>
  <dc:creator>EduPortal</dc:creator>
  <cp:lastModifiedBy>EduPortal</cp:lastModifiedBy>
  <cp:revision>1</cp:revision>
  <dcterms:created xsi:type="dcterms:W3CDTF">2026-07-03T16:50:09Z</dcterms:created>
  <dcterms:modified xsi:type="dcterms:W3CDTF">2026-07-03T16:50:09Z</dcterms:modified>
</cp:coreProperties>
</file>