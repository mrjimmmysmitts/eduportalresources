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Alpha Testing II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data, testing tables, and the gate before beta.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tested your solution with 'normal' data, what kind of bug would you never find?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hold that thought for today's testing table.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complete testing table using varied test data, confirming every module in your design functions correctly before beta testing.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difference between valid, valid-but-unusual and invalid test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built a complete testing table with expected and actual results.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confirm all my modules are alpha-tested and functioning before moving 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test data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Perfectly acceptable, reasonable, expected to process normally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but unusual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Technically acceptable but at the edge — e.g. age exactly 18 for an 'adult'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be rejected — e.g. a negative 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testing table needs all five columns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tested — the specific feature or input.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tested — the actual data used.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 — what SHOULD happen.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 — what DID happen.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fixed, if relevant — missing any column weakens the evidence.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before beta: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must be alpha-tested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functioning correctly BEFORE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begins.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assumes a working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not a debugging session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users.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testing table with a partner — is every column actually filled in with real evidence?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'valid but unusual' case you hadn't thought to test until now?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your modules genuinely ready for beta testing, or are you hoping they are?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13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testing table for at least one module.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valid, valid-but-unusual and invalid data.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your modules are alpha-tested and functioning.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think of the weirdest 'valid but unusual' input someone might genuinely enter — test it right now.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module took the most rounds of debugging, and what was the recurring issue?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all your modules alpha-tested and confirmed functioning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begins beta testing — Criterion 9, with real external users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L14 — Beta Testing: strategy and conduct, with real users, starting Week 6.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thinking now about who your beta testers will be — recruiting takes longer than you expect.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not passing alpha testing? Don't move to beta testing until it does — flag it with your teacher rather than pushing ahead.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y12-sd-u4-l13-debug-alpha-2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L13 — Debugging &amp; Alpha Testing II</dc:title>
  <dc:subject>PptxGenJS Presentation</dc:subject>
  <dc:creator>EduPortal</dc:creator>
  <cp:lastModifiedBy>EduPortal</cp:lastModifiedBy>
  <cp:revision>1</cp:revision>
  <dcterms:created xsi:type="dcterms:W3CDTF">2026-07-03T17:29:41Z</dcterms:created>
  <dcterms:modified xsi:type="dcterms:W3CDTF">2026-07-03T17:29:41Z</dcterms:modified>
</cp:coreProperties>
</file>