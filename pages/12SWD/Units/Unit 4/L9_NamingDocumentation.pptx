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Conventions &amp; Internal Documentation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7 begins — code that communicates itself.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10B981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y12-sd-u4-l9-naming-documentation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 variable name you wrote in Week 1. Would you understand what it stores if you saw it cold, with no context?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be honest with yourself here.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y12-sd-u4-l9-naming-documentation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apply consistent naming conventions and write internal documentation that explains what code alone can't.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difference between self-documenting code and internal documentation.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applied consistent naming conventions across variables, interface controls and code structures.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written internal documentation explaining a completed module's functionality.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y12-sd-u4-l9-naming-documentation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Suitable naming, element by element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"suitable" looks 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Consistent, descriptive — studentAge, not x or temp2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for purpose — btnSubmit, not button1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structures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Functions/methods/classes named for what they do, not how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y12-sd-u4-l9-naming-documentation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documentation is not a substitute for clear code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naming makes code readable without comments.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documentation adds context naming can't: WHY a decision was made.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module's overall purpose is.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genuinely tricky piece of logic is actually doing.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commenting: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comment explain something the code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already show through good naming?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— rename instead of commenting.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y12-sd-u4-l9-naming-documentation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module with a partner — could they tell what each variable stores without asking you?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piece of logic that genuinely needs a comment to explain WHY, not just what.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name in your solution you're avoiding fixing because it's used everywhere? Why?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y12-sd-u4-l9-naming-documentation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9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9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anything unclear across your modules so far.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internal documentation to at least one completed module.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interface controls and code structures, not just variables.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y12-sd-u4-l9-naming-documentation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read one function name out loud to a neighbour — without seeing the code, can they guess what it does?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y12-sd-u4-l9-naming-documentation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example where your naming alone makes a comment unnecessary.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today: at least one module has clear naming AND internal documentation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validation techniques — Criterion 7 continues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y12-sd-u4-l9-naming-documentation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Validation Techniques: existence, type and range checks.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naming pass across everything you've built so far — not just today's work.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on a name? Describe what the variable stores in plain English first, then turn that description into a name.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y12-sd-u4-l9-naming-documentation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L9 — Naming Conventions &amp; Internal Documentation</dc:title>
  <dc:subject>PptxGenJS Presentation</dc:subject>
  <dc:creator>EduPortal</dc:creator>
  <cp:lastModifiedBy>EduPortal</cp:lastModifiedBy>
  <cp:revision>1</cp:revision>
  <dcterms:created xsi:type="dcterms:W3CDTF">2026-07-03T17:28:21Z</dcterms:created>
  <dcterms:modified xsi:type="dcterms:W3CDTF">2026-07-03T17:28:21Z</dcterms:modified>
</cp:coreProperties>
</file>