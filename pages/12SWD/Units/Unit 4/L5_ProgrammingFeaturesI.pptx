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Language Features 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local vs global, sequence and selection.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4361EE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4361EE">
              <a:alpha val="3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y12-sd-u4-l5-prog-features-1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minutes, on paper: write down every variable your first module needs, and guess (before checking) whether each should be local or global.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yet — check your guesses against your data dictionary shortly.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y12-sd-u4-l5-prog-features-1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correctly declare local and global variables with matching data types, and implement sequence and selection in your first module.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difference between local and global variables and when to use each.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implemented sequence and selection structures matching my first module's pseudocode.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justify each local/global choice, and explain whether my structures are stacked or nested.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y12-sd-u4-l5-prog-features-1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&amp; structures — input, storage, output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206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/ 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consideration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symbol via keyboard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Displayed as a visual symbol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of symbols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Displayed in original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Displayed as a whole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 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with fractional part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Displayed to set 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Date/time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or UI date picker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Formatted per your convention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 / 2D array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Indexed or row/column entries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Displayed as list or grid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related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Displayed as grouped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y12-sd-u4-l5-prog-features-1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EF1FD"/>
          </a:solidFill>
          <a:ln w="12700">
            <a:solidFill>
              <a:srgbClr val="4361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77240" y="58521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against your data dictionary — you're translating a spec into declarations, not choosing types freely.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Local, global and constant — by scope, not convenience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212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accessible within one function/module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choice — unless something outside genuinely needs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Accessible everywhere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when multiple modules genuinely share the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once set, conventionally uppercase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value that shouldn't change — e.g. a maximum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y12-sd-u4-l5-prog-features-1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and selection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the default — instructions run in the exact order written.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branching logic that directs flow depending on a condition.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branching: a single If/Then (with optional Else) — two paths.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branching: a Switch/Case or If…Then…Else chain — several paths.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vs nesting: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combine only two ways.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Stacking — one after another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Nesting — one placed inside another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your pseudocode calls for — they behave very differently.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y12-sd-u4-l5-prog-features-1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mistake: defaulting to global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variables feel “easier” because you don't have to think about scope.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global used where a local one belongs is a lower-band Criterion 6 choice.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does anything outside this module actually need to read or change this value?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 no, it should be local.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Section 5 checklist: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type check — every variable matched to a type/structure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Local vs global — justified by scope, not convenience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Sequence + selection implemented, binary or multiple noted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y12-sd-u4-l5-prog-features-1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your local/global list with a partner — challenge one choice each and defend your own.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decision point in your first module's pseudocode — is it binary or multiple branching?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decision point stacked after another structure, or nested inside one?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y12-sd-u4-l5-prog-features-1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5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every variable/constant in your first module to a data type or structure from today's table.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which variables are local vs global, with a reason for each.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sequence and selection — note whether selection is binary or multiple, stacked or nested.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y12-sd-u4-l5-prog-features-1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trace your selection structure out loud, condition by condition, as if you were the computer. Does it do what you think it does?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y12-sd-u4-l5-prog-features-1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your first module did you choose a global variable over a local one — and can you justify it?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lesson: Your first module has working sequence and selection logic, types matched to your data dictionary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 moves to iteration and operators — your first module should be holding up so far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y12-sd-u4-l5-prog-features-1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— Programming Language Features II: iteration (pre-test, post-test, counted loops), and arithmetic, logical and conditional operators.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first module's sequence or selection logic isn't behaving as expected, note down exactly where before next lesson.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structure not branching correctly? Trace it by hand first, line by line, before asking — you'll often find it yourself.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y12-sd-u4-l5-prog-features-1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L5 — Programming Language Features I</dc:title>
  <dc:subject>PptxGenJS Presentation</dc:subject>
  <dc:creator>EduPortal</dc:creator>
  <cp:lastModifiedBy>EduPortal</cp:lastModifiedBy>
  <cp:revision>1</cp:revision>
  <dcterms:created xsi:type="dcterms:W3CDTF">2026-07-03T16:50:09Z</dcterms:created>
  <dcterms:modified xsi:type="dcterms:W3CDTF">2026-07-03T16:50:09Z</dcterms:modified>
</cp:coreProperties>
</file>