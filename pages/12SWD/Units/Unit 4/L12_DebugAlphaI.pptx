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Alpha Testing 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Breakpoints, commenting out code, and internal testing begins.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last bug you fixed. How did you actually find it — or did you just get lucky?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today gives you a repeatable process instead of luck.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breakpoints and commenting-out systematically to isolate and fix real bugs, beginning alpha testing.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the debugging process steps in order.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used breakpoints and/or commenting out to isolate a real bug.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alpha testing happens internally before beta testing happens externally.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debugging process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breakpoints at critical points in the code.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the program and observe its behaviour.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When it hits a breakpoint, it pauses — inspect variables and data.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needed, comment out suspected sections to isolate the issue.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Modify the code to fix what you've identified. Repeat until it works.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Commenting out ≠ deleting: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code temporarily lets you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rest in isolation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losing work if that section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out to be fine after all.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vs beta testing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(informal)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completed initial solution is tested internally, by you, in your own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end users check the finished solution on their own equipment, under real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partner through a bug you found today — what technique actually revealed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alpha testing have to happen before beta testing, not alongside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modules do you expect the most bugs in, and why?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12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systematic alpha testing across your completed modules.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breakpoints and/or commenting out to isolate at least one real bug.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bug, the technique that revealed it, and your fix.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set a breakpoint somewhere you've never checked before. What do the variables actually look like there?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alpha testing happen before beta testing, not the other way round?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at least one bug found and fixed using a documented technique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test data, testing tables, and the gate before beta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 — Debugging &amp; Alpha Testing II: test data, testing tables, every module confirmed working.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alpha testing every module you haven't gotten to yet — don't stop after finding the first bug.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where a bug lives? Add breakpoints further back in the flow, not just where the error appears — the cause is often earlier than the symptom.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y12-sd-u4-l12-debug-alpha-1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L12 — Debugging &amp; Alpha Testing I</dc:title>
  <dc:subject>PptxGenJS Presentation</dc:subject>
  <dc:creator>EduPortal</dc:creator>
  <cp:lastModifiedBy>EduPortal</cp:lastModifiedBy>
  <cp:revision>1</cp:revision>
  <dcterms:created xsi:type="dcterms:W3CDTF">2026-07-03T17:29:41Z</dcterms:created>
  <dcterms:modified xsi:type="dcterms:W3CDTF">2026-07-03T17:29:41Z</dcterms:modified>
</cp:coreProperties>
</file>