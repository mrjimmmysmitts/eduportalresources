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Testing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and conduct — real users, real conditions.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outside this class, could realistically test your solution in the next week? Name two people right now.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today's plan depends on having real answers to this.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beta testing plan with real users and a results-collection method, and begin testing.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beta testing differs from alpha testing.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beta testing plan with scenarios and recruited users.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why I chose my specific users and my results-collection method.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64240" cy="4297680"/>
          </a:xfrm>
          <a:prstGeom prst="roundRect">
            <a:avLst>
              <a:gd name="adj" fmla="val 2553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Compressed lesson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2286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 covers strategy AND conduct together. Recruiting users and running your beta test needs to happen largely outside this lesson — start recruiting today, don't wait for a spare moment later.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plan needs: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 targeting functional and non-functional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potential users, recruited and scheduled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for collecting results as they happen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Collecting results as they happen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recording, live observation notes, or direct feedback forms all work.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technical issues, usability issues and feedback AS they occur.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reconstructed afterward from memory.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potential users who match your solution's actual intended audience.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Section 14 checklist: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Test scenarios written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Users recruited and scheduled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Results-collection method chosen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 timeline set for this week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your two testers give genuinely different feedback from each other?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functional requirement are you most nervous about a real user breaking?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actually capture what a tester says, in the moment, not after?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14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beta test scenarios.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and schedule at least two users, with reasons.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results-collection method and set a testing timeline.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message or call one potential tester right now to schedule a time — don't leave it for later.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timeline for completing beta testing before next lesson block?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needs to happen largely THIS WEEK, outside class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AoS1 lesson: evaluating your solution and project plan, using these results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L16 — Evaluation of Solution &amp; Project Plan (Week 7) — you'll need your beta results ready.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your beta testing sessions and document results as they happen — this is real, time-sensitive work outside class.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cancelling on you? Have a backup person in mind now, not after the first cancellation happens.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y12-sd-u4-l14-beta-testing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L14 — Beta Testing</dc:title>
  <dc:subject>PptxGenJS Presentation</dc:subject>
  <dc:creator>EduPortal</dc:creator>
  <cp:lastModifiedBy>EduPortal</cp:lastModifiedBy>
  <cp:revision>1</cp:revision>
  <dcterms:created xsi:type="dcterms:W3CDTF">2026-07-03T17:29:51Z</dcterms:created>
  <dcterms:modified xsi:type="dcterms:W3CDTF">2026-07-03T17:29:51Z</dcterms:modified>
</cp:coreProperties>
</file>