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Revisiting the Preferred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4, Lesson 2 — a hard, honest re-check before you build.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64748B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looking at your notes: can you name every module in your own solution, right now?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devices. If you can't, that's useful information for today's lesson.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re-check my Unit 3 design artefacts for completeness and clarity before starting to build.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the four design artefacts and what each is used for during build.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complete a design readiness check for every module in my design.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a genuine gap in my own design and propose a specific, justified fix.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artefacts you're checking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46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descriptions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 objects still match what your solution needs to represent? Missing attributes or methods?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 charts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every Input → Process → Output chain complete for each module, nothing implicit?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dictionary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every data item have a type, format and validation rule you can actually code?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Pseudocode 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someone else follow it and build the module without asking you questions?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Criterion 6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6's higher bands expect GUIs genuinely demonstrated across your solution.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this now — from your actual design, not from memory.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GUI module, list the specific controls it needs (buttons, fields, menus, etc.).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readiness checklist: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Module 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IPO chain complete? (Y/N)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Needs a GUI? (Y/N)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Anything unclear enough to need a judgement call while coding?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designs with a partner for two minutes — could they follow your pseudocode without asking you anything?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most likely place your design will run into trouble once you start coding?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find a real gap — remember Lesson 1 — whose decision is the fix?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2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design readiness check for every module in your design.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modules need a GUI, and list the controls each needs.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any gap you find and your proposed fix — with reasoning.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seconds: sketch (on paper, roughly) what you think the GUI for your trickiest module might look like. Don't overthink it.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module in your design will be hardest to build, and why?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should know your build order and any design gaps you need to close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is next lesson — come with your design decisions finalised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Development Environment &amp; Repository Setup: turning your checked design into a working, version-controlled workspace.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found a design gap today, come next lesson with your proposed fix written up, ready to flag with your teacher.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if a gap is “real” or just a judgement call? Bring the specific IPO chain or pseudocode line to your teacher, not a general worry.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y12-sd-u4-l2-revisiting-design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L2 — Revisiting the Preferred Design</dc:title>
  <dc:subject>PptxGenJS Presentation</dc:subject>
  <dc:creator>EduPortal</dc:creator>
  <cp:lastModifiedBy>EduPortal</cp:lastModifiedBy>
  <cp:revision>1</cp:revision>
  <dcterms:created xsi:type="dcterms:W3CDTF">2026-07-03T16:50:08Z</dcterms:created>
  <dcterms:modified xsi:type="dcterms:W3CDTF">2026-07-03T16:50:08Z</dcterms:modified>
</cp:coreProperties>
</file>