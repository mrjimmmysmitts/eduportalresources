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6/7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Established &amp; Innovative Development Approaches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Repositories, APIs and libraries, AI assistants.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10B981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y12-sd-u4-l11-dev-approaches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used a library, template, or AI suggestion anywhere in your build so far? Could you explain WHY it was the right choice?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be honest, this sets up today's lesson.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y12-sd-u4-l11-dev-approaches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a development approach directly in my build, and justify that choice with evidence.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name the development approaches available and what each offers.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used at least one approach directly in my remaining modules.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justify my choice, not just describe what I used.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y12-sd-u4-l11-dev-approaches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approaches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offers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repositories (e.g. Git)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history, meaningful commits, ability to roll back a broken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 &amp; libraries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Pre-written, tested functionality you don't have to build or debug yourself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AI-based assistants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help debug, suggest fixes, generate test cases — needs your own verification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y12-sd-u4-l11-dev-approaches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Justify, don't just use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library or AI suggestion isn't automatically good practice.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 AND being able to explain why it was the right call is what matters.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becomes direct evidence for Criterion 6/7 — and for your evaluation later.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an AI suggestion before trusting it in your build.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prompts: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problem did this solve for me?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would building it myself have cost?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did I verify it actually works correctly?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y12-sd-u4-l11-dev-approaches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development approach you've used — could you defend it to a marker?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used an AI assistant, how did you check its suggestion was actually correct?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place in your remaining build where a library might save real time?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y12-sd-u4-l11-dev-approaches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11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11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repository, API/library or AI assistant used so far.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one-sentence justification for each.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least one approach directly in one of your remaining modules today.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y12-sd-u4-l11-dev-approaches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check your repository's commit history — can you tell what each commit changed from its message alone?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y12-sd-u4-l11-dev-approaches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used an AI assistant, how did you verify its suggestion before using it?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today: at least one justified development approach logged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 block: debugging and alpha testing begins — Criterion 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y12-sd-u4-l11-dev-approaches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— Debugging &amp; Alpha Testing I: breakpoints, commenting out code, systematic testing begins.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your repository's commit history is meaningful — you'll want it clean before evaluation.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whether to trust an AI suggestion? Trace through it by hand first — if you can't explain why it works, don't ship it yet.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y12-sd-u4-l11-dev-approaches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L11 — Established &amp; Innovative Development Approaches</dc:title>
  <dc:subject>PptxGenJS Presentation</dc:subject>
  <dc:creator>EduPortal</dc:creator>
  <cp:lastModifiedBy>EduPortal</cp:lastModifiedBy>
  <cp:revision>1</cp:revision>
  <dcterms:created xsi:type="dcterms:W3CDTF">2026-07-03T17:28:21Z</dcterms:created>
  <dcterms:modified xsi:type="dcterms:W3CDTF">2026-07-03T17:28:21Z</dcterms:modified>
</cp:coreProperties>
</file>