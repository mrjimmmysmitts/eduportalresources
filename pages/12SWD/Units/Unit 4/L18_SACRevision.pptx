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Revision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L15 and L17 before the assessment.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checking notes: name three things you'll be assessed on in the SAC. How confident are you in each?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be honest about the gaps this reveals.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consolidate AoS2 content and practise the case-study response structure under timed conditions.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which command terms require which kind of response.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completed a practice case-study response under timed conditions.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identified my weakest AoS2 area and revised it specifically.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command terms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Reasoning, not just a 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judgement, backed by 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one perspective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defended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SAC's structure mirrors what you've practised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practices — what is the organisation actually doing?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controls and threats — how well do those practices hold up?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improvements — what should change, and why?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wrong command term is the most common way marks are lost.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(1–5):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Organisations &amp; dev models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Vulnerabilities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Security controls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Threat modelling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Legislation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Ethics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self-assessments with a partner — do your weak spots match theirs, or are they different?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lowest-confidence area — what's one specific thing about it you could ask right now?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practice question together — what does the command term actually require?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18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self-assessment across all six AoS2 areas.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one practice case-study question under timed conditions.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your weakest area with specific, focused revision.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teach your weakest AoS2 topic to a neighbour, out loud, from memory. Where did you get stuck?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single weakest area, and what will you do about it before the SAC?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SAC is next lesson — 100–120 minutes, under test conditions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content between now and then — use any remaining time for targeted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L19 — SAC: the assessment itself.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review of your weakest area only — don't try to re-read everything the night before.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behind on one area? Prioritise it over polishing something you're already confident in — that's where marks are easiest to gain.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y12-sd-u4-l18-sac-revision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L18 — SAC Revision</dc:title>
  <dc:subject>PptxGenJS Presentation</dc:subject>
  <dc:creator>EduPortal</dc:creator>
  <cp:lastModifiedBy>EduPortal</cp:lastModifiedBy>
  <cp:revision>1</cp:revision>
  <dcterms:created xsi:type="dcterms:W3CDTF">2026-07-03T17:32:00Z</dcterms:created>
  <dcterms:modified xsi:type="dcterms:W3CDTF">2026-07-03T17:32:00Z</dcterms:modified>
</cp:coreProperties>
</file>