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 Features 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Iteration, and arithmetic, logical &amp; conditional operators.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4361EE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4361EE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everyday task you repeat a set number of times, and one you repeat until something happens. What's the difference between the two?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you're about to meet both as loop types.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the right type of iteration for the job, using arithmetic, logical and conditional operators correctly.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the three loop types and explain when each is the right choice.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implemented an iteration structure in my first module, using operators correctly.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I avoided an infinite loop in my own code.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— three shapes, same job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Pre-test (While…Do)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body runs — may run zero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loop might legitimately run zero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Post-test (Do…While / Repeat…Until)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body runs — always runs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loop must run at least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(For…Next)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against a counter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know the exact number of repetitions in advance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infinite loops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pre-test or post-test loop's condition can never become false, it never ends.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check: does something inside the loop move the condition toward false?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counted loop's exit condition is itself a conditional operator comparing the counter to a target.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in your loop that changes the value your condition tests.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point to it, your loop may not end.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46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 −  ×  ÷  modulus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Calculations on numeric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AND, OR,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Combining or inverting multiple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 inside an If/Switch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Deciding which branch of a selection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 type does your first module's pseudocode actually call for — and is that what you're about to build?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place in your design where a logical AND or OR combines two conditions — say it out loud in plain English.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an off-by-one error happen in your counted loop? Where, exactly?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6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iteration structure from your first module's pseudocode — name its type and why it fits.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guarantees your loop's condition eventually becomes false.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arithmetic, logical or conditional operators you used, and what each does.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run your loop by hand on paper for 3 iterations. Does the counter or condition do what you expect each time?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loop ran one too many or one too few times, where would you look first?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2, your first module should have sequence, selection and iteration all working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moves to GUIs, functions/methods and your remaining modules — Criterion 6 wraps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— Programming Language Features III: graphical user interfaces, functions and methods — work on your second module begins.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first module's loop terminates correctly in every case you can think of, not just the obvious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not stopping? Print or log the condition's value each iteration — seeing the actual numbers is faster than guessing.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y12-sd-u4-l6-prog-features-2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L6 — Programming Language Features II</dc:title>
  <dc:subject>PptxGenJS Presentation</dc:subject>
  <dc:creator>EduPortal</dc:creator>
  <cp:lastModifiedBy>EduPortal</cp:lastModifiedBy>
  <cp:revision>1</cp:revision>
  <dcterms:created xsi:type="dcterms:W3CDTF">2026-07-03T16:51:03Z</dcterms:created>
  <dcterms:modified xsi:type="dcterms:W3CDTF">2026-07-03T16:51:03Z</dcterms:modified>
</cp:coreProperties>
</file>