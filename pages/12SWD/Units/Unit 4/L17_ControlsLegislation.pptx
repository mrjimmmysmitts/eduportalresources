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Controls, Threat Modelling, Legislation &amp; Ethics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widest-content session in the unit.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that's legal but that you'd still call unethical — in any context, not just software.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you'll apply this distinction to software development today.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a threat to a control, a relevant law, and an ethical consideration, using a real case-study organisation.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the four steps of threat modelling in order.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match a security control to a specific threat.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distinguish a legal issue from an ethical one in a given scenario.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Compressed lesson — four areas in 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legislation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dense. Lean hard on next lesson's SAC revision to consolidate what doesn't stick today — you're not expected to master all four in one sitting.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controls &amp; threat modelling steps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control/repos, IAM, encryption, code review, patching, separated environments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Determine threats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Unauthorised access, data breaches, malware, denial-of-service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specific security requirements in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Prioritise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everything can be implemented at once — rank by 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Confirm mitigation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the control actually addresses the threat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legislation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/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 Act 1968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creators' rights over creative and artistic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 Eight (ACSC)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strategies, four maturity levels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Act 1988 (APPs)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Governs personal information use, federally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Data Protection Act 2014 (IPPs)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Victorian equivalent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Ethics: legal and ethical aren't the same thing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can be entirely legal and still widely regarded as wrong.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bias in AI-driven decision-making.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conflicts.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ineffective security practices, even where no law was broken.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practice run: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organisation, identify: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One threat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control that mitigates 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 relevant law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One ethical consideration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threat from today — which control addresses it, and how do you know it actually mitigates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legislation is most relevant to your case-study organisation's context?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scenario that's legal but arguably unethical — defend your view to a partner.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17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case-study practice run: threat, control, law, ethical consideration.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 against the four threat-modelling steps.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still unclear for L18's revision.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that could be legal but still unethical in software development.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new-content AoS2 lesson before the SAC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dedicated SAC revision — consolidating everything from L15 and today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L18 — SAC Revision (Week 8): consolidating L15 and L17 before the assessment.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anything from today that felt rushed — come to L18 with specific questions, not a blank slate.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overwhelmed by how much was covered today? That's expected — L18 exists specifically to consolidate this content properly.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y12-sd-u4-l17-controls-legislation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L17 — Security Controls, Threat Modelling, Legislation &amp; Ethics</dc:title>
  <dc:subject>PptxGenJS Presentation</dc:subject>
  <dc:creator>EduPortal</dc:creator>
  <cp:lastModifiedBy>EduPortal</cp:lastModifiedBy>
  <cp:revision>1</cp:revision>
  <dcterms:created xsi:type="dcterms:W3CDTF">2026-07-03T17:32:00Z</dcterms:created>
  <dcterms:modified xsi:type="dcterms:W3CDTF">2026-07-03T17:32:00Z</dcterms:modified>
</cp:coreProperties>
</file>