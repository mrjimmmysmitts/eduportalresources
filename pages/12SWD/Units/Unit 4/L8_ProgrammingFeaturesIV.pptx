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 Features IV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access modifiers — Criterion 6 completion.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4361EE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4361EE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'Student' were a class, what three attributes and one method might it have? Jot them down.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you're about to build exactly this kind of structure.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classes, objects and access modifiers correctly, completing Criterion 6 evidence across every module in your design.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public, protected and private visibility.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implemented at least one class/object with an appropriate access modifier.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exactly which language features each of my modules demonstrates.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Classes, objects, access modifiers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defining a set of attributes and methods that characterise any object of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instance of a class — each can hold different attribute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and usable from anywhere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the class and classes that inherit from it — nothing else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only within the class itself — not even to inheriting 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Criterion 6 completion checkpoint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each module should show evidence across the FULL range of features.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Variables/constants with correct types, sequence/selection/iteration.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GUIs where your design calls for them, functions/methods.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 and access modifiers where your design calls for 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self-audit: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module, tick off: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Variables/types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Control structures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GUI (if required)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Functions/methods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Classes/OOP (if required)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class in your solution to a partner — what does it represent, and why does it need to be a class rather than loose variables?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piece of data in your solution that should probably be private — is it currently?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modules is weakest on language-feature variety right now?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8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 least one class/object with a justified access modifier.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Criterion 6 evidence checkpoint for every module in your design.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start strengthening your weakest module.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describe your weakest module to a neighbour in one sentence, and get one suggestion for what feature it's missing.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 is weakest on language-feature variety, and what's your plan to strengthen it?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Criterion 6 evidence should be essentially complete across every module in your design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3's second lesson shifts to Criterion 7 — naming conventions and documentation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 — Naming Conventions &amp; Internal Documentation: Criterion 7 begins.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module is missing a required feature (e.g. a GUI it needs), close that gap before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if something should be a class? Ask: does this represent a 'thing' with its own data and behaviour? If yes, it probably should be.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y12-sd-u4-l8-prog-features-4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L8 — Programming Language Features IV</dc:title>
  <dc:subject>PptxGenJS Presentation</dc:subject>
  <dc:creator>EduPortal</dc:creator>
  <cp:lastModifiedBy>EduPortal</cp:lastModifiedBy>
  <cp:revision>1</cp:revision>
  <dcterms:created xsi:type="dcterms:W3CDTF">2026-07-03T17:28:21Z</dcterms:created>
  <dcterms:modified xsi:type="dcterms:W3CDTF">2026-07-03T17:28:21Z</dcterms:modified>
</cp:coreProperties>
</file>