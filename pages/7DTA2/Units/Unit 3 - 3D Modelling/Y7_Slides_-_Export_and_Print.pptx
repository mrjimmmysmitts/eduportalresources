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1554480" cy="1828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926080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92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03  •  LESSON 4 OF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print: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ready</a:t>
            </a:r>
            <a:endParaRPr lang="en-US" sz="3600" dirty="0"/>
          </a:p>
          <a:p>
            <a:pPr indent="0" marL="0">
              <a:buNone/>
            </a:pPr>
            <a:r>
              <a:rPr lang="en-US" sz="36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transport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6700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export, slicer preview, peer feedback and final submission.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108960"/>
            <a:ext cx="320040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2461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Double period (100 minutes)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LESSON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858000" y="164592"/>
            <a:ext cx="1837944" cy="228600"/>
          </a:xfrm>
          <a:prstGeom prst="roundRect">
            <a:avLst>
              <a:gd name="adj" fmla="val 16000"/>
            </a:avLst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16459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and how you'll know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64008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61872"/>
            <a:ext cx="3657600" cy="685800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9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export my alien as an STL file, check it in a slicer, and reflect on my design and making process.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24528" y="12618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24528" y="1463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day your alien becomes real. Every decision you made — every shape, every dimension — is about to be tested by a real printer. A clean export means your alien actually gets made.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0848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685800" cy="65836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31720"/>
            <a:ext cx="685800" cy="2468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3172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78992" y="2423160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run every pre-flight check and export a valid STL file with the correct file name.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990088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08960"/>
            <a:ext cx="685800" cy="65836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108960"/>
            <a:ext cx="685800" cy="246888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3200400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loaded my STL into the slicer and recorded the print time, filament use and any warnings.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67328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886200"/>
            <a:ext cx="685800" cy="65836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886200"/>
            <a:ext cx="685800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8620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8992" y="3977640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completed my self-evaluation honestly and written a full unit reflection.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2  •  2 / 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unit is heading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four double periods you'll learn to design, refine and print a 3D model. Today is Lesson 4: export &amp; print.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64208"/>
            <a:ext cx="2029968" cy="3127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373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21762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CAD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59689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workspace, place and edit primitive shapes, combine &amp; cut.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664208"/>
            <a:ext cx="2029968" cy="3127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7373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21762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print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59689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of 3D printing: overhangs, wall thickness, tolerances.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72584" y="1664208"/>
            <a:ext cx="2029968" cy="3127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7373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82312" y="21762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refine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259689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Workplanes, alignment, dimensions, troubleshooting. Develop against the brief.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48856" y="1664208"/>
            <a:ext cx="2029968" cy="3127248"/>
          </a:xfrm>
          <a:prstGeom prst="rect">
            <a:avLst/>
          </a:prstGeom>
          <a:solidFill>
            <a:srgbClr val="028090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17373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58584" y="21762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print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58584" y="259689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STL, preview in slicer, peer feedback, submit.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48856" y="4480560"/>
            <a:ext cx="2029968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448056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3  •  3 / 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RUN SHEET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100 minutes 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749808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1298448"/>
            <a:ext cx="14813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51176" y="1298448"/>
            <a:ext cx="6126480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98448"/>
            <a:ext cx="694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43000" y="129844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&amp; recap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42616" y="1335024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alien to the person next to you — one thing you're proud of, one thing you're still worried about. A few students share with the class.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11096"/>
            <a:ext cx="7498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" y="1911096"/>
            <a:ext cx="14813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1176" y="1911096"/>
            <a:ext cx="6126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11096"/>
            <a:ext cx="694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" y="191109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42616" y="1947672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STL? How does the slicer work? Teacher demos the full export process step-by-step on the projector. Stop and ask if anything looks different on your screen.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523744"/>
            <a:ext cx="749808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9848" y="2523744"/>
            <a:ext cx="1481328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1176" y="2523744"/>
            <a:ext cx="6126480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523744"/>
            <a:ext cx="694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30–70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3000" y="2523744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— export &amp; check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2616" y="2560320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pre-flight checklist together, then export your STL and load it into the slicer. Your teacher will come around to help. Record your slicer notes in your workbook.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136392"/>
            <a:ext cx="7498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9848" y="3136392"/>
            <a:ext cx="14813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1176" y="3136392"/>
            <a:ext cx="6126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36392"/>
            <a:ext cx="694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43000" y="3136392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peer feedback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42616" y="3172968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alien to two classmates. Give each other one compliment and one helpful suggestion. Write it down in your workbook.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749808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9848" y="3749040"/>
            <a:ext cx="1481328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1176" y="3749040"/>
            <a:ext cx="6126480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749040"/>
            <a:ext cx="694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82–93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43000" y="374904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 &amp; reflection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42616" y="3785616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your honest band on the self-evaluation sheet. Then answer the three reflection questions in your workbook — write in full sentences.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61688"/>
            <a:ext cx="7498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9848" y="4361688"/>
            <a:ext cx="14813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51176" y="4361688"/>
            <a:ext cx="6126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361688"/>
            <a:ext cx="694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93–100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43000" y="436168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sign off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42616" y="4398264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STL is uploaded. Hand your workbook to your teacher with the exit ticket filled in. You're done!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4  •  4 / 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 &amp; MODELLING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858000" y="164592"/>
            <a:ext cx="1837944" cy="228600"/>
          </a:xfrm>
          <a:prstGeom prst="roundRect">
            <a:avLst>
              <a:gd name="adj" fmla="val 16000"/>
            </a:avLst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16459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STL file — and 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64008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61872"/>
            <a:ext cx="4663440" cy="566928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9304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145389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(Standard Triangle Language) describes a 3D model's surface as a mesh of triangles. It has no colour, no dimensions, no units — just shape. It is the universal language that slicers understand.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0368" y="1261872"/>
            <a:ext cx="3593592" cy="56692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28930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TIPS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49240" y="14538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Always export from a grouped model — ungrouped shapes create messy STLs.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Save a numbered version before exporting (v1, v2, v3).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938528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116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 → PRINT PIPELINE — STEP BY STEP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304288"/>
            <a:ext cx="2029968" cy="2450592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7744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27889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163824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model in CAD software (e.g. Tinkercad).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14016" y="2304288"/>
            <a:ext cx="2029968" cy="2450592"/>
          </a:xfrm>
          <a:prstGeom prst="rect">
            <a:avLst/>
          </a:prstGeom>
          <a:solidFill>
            <a:srgbClr val="028090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14016" y="237744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05456" y="27889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05456" y="3163824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model as an STL file — the triangulated surface.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14016" y="4572000"/>
            <a:ext cx="20299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14016" y="457200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07992" y="2304288"/>
            <a:ext cx="2029968" cy="2450592"/>
          </a:xfrm>
          <a:prstGeom prst="rect">
            <a:avLst/>
          </a:prstGeom>
          <a:solidFill>
            <a:srgbClr val="028090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237744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99432" y="27889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99432" y="3163824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slicer converts the STL into thin horizontal layers and sends them to the printer.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07992" y="4572000"/>
            <a:ext cx="20299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7992" y="457200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01968" y="2304288"/>
            <a:ext cx="2029968" cy="2450592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237744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693408" y="27889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93408" y="3163824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printer builds the object layer-by-layer from the bottom up.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" y="488289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term: STL — the file format that describes the surface of a 3D model as a mesh of triangles.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 &amp; MODELLING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858000" y="164592"/>
            <a:ext cx="1837944" cy="228600"/>
          </a:xfrm>
          <a:prstGeom prst="roundRect">
            <a:avLst>
              <a:gd name="adj" fmla="val 16000"/>
            </a:avLst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16459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slicers read your model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25296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your STL into the slicer and read these five numbers before you submit.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8503920" cy="59436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2821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6459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874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: minutes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645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estimated total print time. Times over 3 hours may mean the model is too complex or too large — check your bounding box.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31136"/>
            <a:ext cx="8503920" cy="59436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8658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3042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532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grams used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30428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plastic filament the print will use. Keeps track of material costs and print viability.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89504"/>
            <a:ext cx="8503920" cy="59436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04495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29626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height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31912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per layer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296265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0.2 mm. Lower = finer detail but slower. Your teacher will have set this — record what you see.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47872"/>
            <a:ext cx="8503920" cy="594360"/>
          </a:xfrm>
          <a:prstGeom prst="rect">
            <a:avLst/>
          </a:prstGeom>
          <a:solidFill>
            <a:srgbClr val="FFF3F0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703320"/>
            <a:ext cx="292608" cy="292608"/>
          </a:xfrm>
          <a:prstGeom prst="ellipse">
            <a:avLst/>
          </a:prstGeom>
          <a:solidFill>
            <a:srgbClr val="D95F00"/>
          </a:solidFill>
          <a:ln w="12700">
            <a:solidFill>
              <a:srgbClr val="D95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" y="3621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material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38496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0" y="362102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slicer shows YES, you have overhangs greater than 45°. Return to CAD and fix the offending part before submitting.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FFF3F0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361688"/>
            <a:ext cx="292608" cy="292608"/>
          </a:xfrm>
          <a:prstGeom prst="ellipse">
            <a:avLst/>
          </a:prstGeom>
          <a:solidFill>
            <a:srgbClr val="D95F00"/>
          </a:solidFill>
          <a:ln w="12700">
            <a:solidFill>
              <a:srgbClr val="D95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" y="42793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" y="45079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0" y="42793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red or orange warnings in the slicer preview. Record them all here. Zero warnings = you're ready.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6  •  6 / 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WE 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export walkthrough (10 min)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 your screen while I export on the projector. We'll go through every step — stop me if anything looks different on your screen.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72768"/>
            <a:ext cx="2816352" cy="15544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" y="170078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719072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group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" y="2084832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everything on the canvas (Ctrl+A). Group (Ctrl+G). Confirm in the inspector: you should see one object, not many.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236976"/>
            <a:ext cx="2816352" cy="15544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" y="336499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workplane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" y="374904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W, drag the workplane back to the default grid. A rogue workplane can rotate your model in the slicer.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572768"/>
            <a:ext cx="2816352" cy="15544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5848" y="170078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76472" y="1719072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dimensions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2084832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your grouped object. Read the inspector: Width × Depth × Height. All three must be ≤ 80 mm.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3236976"/>
            <a:ext cx="2816352" cy="15544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55848" y="336499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76472" y="33832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→ STL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374904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Tinkercad: top-right corner → Export → .STL under 'Include everything'. A file downloads automatically.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1572768"/>
            <a:ext cx="2816352" cy="15544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70078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84264" y="1719072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084832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to: LastnameFirstname_Alien_v[n].stl  e.g. SmithJordan_Alien_v3.stl — exact format, no spaces.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3236976"/>
            <a:ext cx="2816352" cy="15544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36499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84264" y="33832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confirm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74904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STL into the class submission folder. Tell your teacher. Do not close your Tinkercad file yet.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7  •  7 / 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 — YOU DO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858000" y="164592"/>
            <a:ext cx="1837944" cy="228600"/>
          </a:xfrm>
          <a:prstGeom prst="roundRect">
            <a:avLst>
              <a:gd name="adj" fmla="val 16000"/>
            </a:avLst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16459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checklist — tick every item before you export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8503920" cy="36576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3502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344168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44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64208" y="1316736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grouped into a single solid.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664208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737360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1746504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74650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664208" y="1719072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count between 5 and 12 (inclusive).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066544"/>
            <a:ext cx="8503920" cy="36576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139696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148840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1488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64208" y="212140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≤ 80 × 80 × 80 mm — confirmed in inspector.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468880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5420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2551176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5511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664208" y="2523744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Hole operation used and grouped.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871216"/>
            <a:ext cx="8503920" cy="36576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94436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2953512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29535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664208" y="292608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sits flat on the build plate — no floating parts.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273552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34670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3355848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3558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664208" y="3328416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overhangs greater than 45°.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675888"/>
            <a:ext cx="8503920" cy="36576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749040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3758184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37581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664208" y="3730752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walls ≥ 1.5 mm — no thin fins or spikes.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078224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4151376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" y="4160520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1605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64208" y="413308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Workplane reset to default before export.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55371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" y="4562856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45628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664208" y="4535424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named correctly: LastnameFirstname_Alien_v[n].stl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8  •  8 / 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 — YOU 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check task: differentiated (40 min)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tier that fits where your model is right now. You can always level up.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36192"/>
            <a:ext cx="2816352" cy="340156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2816352" cy="292608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88366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check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2194560"/>
            <a:ext cx="26151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pre-flight checklist with your teacher's help. Group your model, export it as an STL and upload it to the class folder.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model isn't finished, get at least a body and head grouped and exported — that's okay.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360273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056" y="3858768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exported and uploaded to class folder.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" y="4114800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782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named correctly (check the format).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" y="437083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3342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5 parts and 1 Hole.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" y="46268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5902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recording slicer notes.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27832" y="1536192"/>
            <a:ext cx="2816352" cy="340156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7832" y="1536192"/>
            <a:ext cx="281635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153619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188366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preview + notes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2194560"/>
            <a:ext cx="26151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 → export → load into the slicer → write down all five slicer readings in your workbook.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 warnings, try to fix them in CAD before submitting.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360273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55848" y="3858768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pre-flight checks ticked.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55848" y="4114800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40782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loaded into the slicer.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55848" y="437083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43342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slicer readings recorded in workbook.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55848" y="46268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45902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warnings — or you know what each warning means.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35624" y="1536192"/>
            <a:ext cx="2816352" cy="340156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5624" y="1536192"/>
            <a:ext cx="2816352" cy="2926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35624" y="153619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45352" y="188366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re-export &amp; compare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45352" y="2194560"/>
            <a:ext cx="26151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slicer showed a warning, go back into CAD and fix it. Export again as v[n+1]. Compare your two slicer previews side by side.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workbook: what did you change and why?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45352" y="360273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3858768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1384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warning identified and understood.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63640" y="4114800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1384" y="40782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 in CAD.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63640" y="437083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01384" y="43342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Re-exported with a new version number.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63640" y="46268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01384" y="45902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recorded in your workbook.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9  •  9 / 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doesn't look right — troubleshoot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most common problems at the export/slicer stage. Try the fix before asking for help.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36192"/>
            <a:ext cx="4160520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609344"/>
            <a:ext cx="3959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shows the model in pieces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865376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You exported before grouping — the slicer sees multiple separate objects.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2176272"/>
            <a:ext cx="4572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1762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Tinkercad, select all (Ctrl+A), group (Ctrl+G), then re-export. Check: inspector shows one object.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688336"/>
            <a:ext cx="4160520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761488"/>
            <a:ext cx="3959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rotated sideways in slicer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3017520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workplane was left on a model face when exported — the slicer treats the workplane as the floor.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3328416"/>
            <a:ext cx="4572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3284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3328416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W in Tinkercad, drag workplane back to the default grid, then re-export.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4160520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913632"/>
            <a:ext cx="3959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shows support material required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" y="4169664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At least one surface overhangs more than 45° — the slicer can't bridge it without scaffolding.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" y="4480560"/>
            <a:ext cx="4572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44805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0120" y="448056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model to find the overhang. Thicken a strut, lean the part inward, or add a built-in wedge underneath.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536192"/>
            <a:ext cx="4160520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609344"/>
            <a:ext cx="3959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time is over 3 hours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73168" y="1865376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Model is likely larger than intended, or layer height is set very low. Large = slow; fine layers = slow.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2176272"/>
            <a:ext cx="4572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1762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03520" y="2176272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bounding box — scale down if over 80 mm. Confirm your teacher's layer height setting (0.2 mm typical).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4160520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761488"/>
            <a:ext cx="3959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 rejected on upload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3017520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File name has spaces, wrong format, or wrong extension.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73168" y="3328416"/>
            <a:ext cx="4572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3284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03520" y="3328416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to exactly: LastnameFirstname_Alien_v[n].stl — no spaces, no capitals on the extension.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840480"/>
            <a:ext cx="4160520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913632"/>
            <a:ext cx="3959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walls show as transparent in slicer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3168" y="4169664"/>
            <a:ext cx="3959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wall or spike is below 1.5 mm — the slicer renders it as too thin to print.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4480560"/>
            <a:ext cx="4572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44805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03520" y="448056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CAD, select the part, increase thickness. Rule: no wall thinner than 1.5 mm.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10  •  10 /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 — CHECK FOR UNDERSTANDING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peer feedback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slicer preview and your alien to two classmates. Record their feedback in your workbook.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36192"/>
            <a:ext cx="3931920" cy="3218688"/>
          </a:xfrm>
          <a:prstGeom prst="rect">
            <a:avLst/>
          </a:prstGeom>
          <a:solidFill>
            <a:srgbClr val="0D1F22"/>
          </a:solidFill>
          <a:ln w="12700">
            <a:solidFill>
              <a:srgbClr val="0D1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 YOUR PARTNER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alien in CAD — rotate it so they can see all sides.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257860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slicer preview — the estimated time and any warnings.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323697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workbook — the specimen card and master sketch.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5844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5 minutes on each partner. You are giving feedback to two different people.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34840" y="1536192"/>
            <a:ext cx="4389120" cy="321868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6459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 TO PARTNER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193852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92624" y="1956816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design choice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92624" y="2194560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specific part or decision — not 'it looks cool'.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 in your workbook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852928"/>
            <a:ext cx="329184" cy="329184"/>
          </a:xfrm>
          <a:prstGeom prst="ellipse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92624" y="2871216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suggestion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92624" y="3108960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concrete, actionable thing they could improve.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 in your workbook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76732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92624" y="3785616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for the designer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92624" y="4023360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genuinely want to know about their alien.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 in your workbook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11  •  11 /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858000" y="164592"/>
            <a:ext cx="1837944" cy="228600"/>
          </a:xfrm>
          <a:prstGeom prst="roundRect">
            <a:avLst>
              <a:gd name="adj" fmla="val 16000"/>
            </a:avLst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16459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 — which band am I at?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25296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rubric in your workbook. Circle the band you think you're at for each row. Be honest — there are no wrong answers here.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1828800" cy="1024128"/>
          </a:xfrm>
          <a:prstGeom prst="rect">
            <a:avLst/>
          </a:prstGeom>
          <a:solidFill>
            <a:srgbClr val="0D1F22"/>
          </a:solidFill>
          <a:ln w="12700">
            <a:solidFill>
              <a:srgbClr val="0D1F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459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sketches &amp; shape choices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12848" y="1554480"/>
            <a:ext cx="1572768" cy="1024128"/>
          </a:xfrm>
          <a:prstGeom prst="rect">
            <a:avLst/>
          </a:prstGeom>
          <a:solidFill>
            <a:srgbClr val="E6F9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12848" y="1554480"/>
            <a:ext cx="157276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15544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1847088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alien is original with a clear idea behind it. Every shape was chosen on purpose. All three sketch views have measurements.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77056" y="1554480"/>
            <a:ext cx="1572768" cy="102412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77056" y="1554480"/>
            <a:ext cx="1572768" cy="256032"/>
          </a:xfrm>
          <a:prstGeom prst="rect">
            <a:avLst/>
          </a:prstGeom>
          <a:solidFill>
            <a:srgbClr val="D0DDE3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5544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50208" y="1847088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alien has a clear look. Most shapes make sense. Two sketch views have measurements.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41264" y="1554480"/>
            <a:ext cx="1572768" cy="1024128"/>
          </a:xfrm>
          <a:prstGeom prst="rect">
            <a:avLst/>
          </a:prstGeom>
          <a:solidFill>
            <a:srgbClr val="FFF8F1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1554480"/>
            <a:ext cx="1572768" cy="256032"/>
          </a:xfrm>
          <a:prstGeom prst="rect">
            <a:avLst/>
          </a:prstGeom>
          <a:solidFill>
            <a:srgbClr val="D0DDE3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1264" y="15544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14416" y="1847088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alien looks okay. Some shapes feel random. One sketch view with some measurements.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05472" y="1554480"/>
            <a:ext cx="1572768" cy="1024128"/>
          </a:xfrm>
          <a:prstGeom prst="rect">
            <a:avLst/>
          </a:prstGeom>
          <a:solidFill>
            <a:srgbClr val="FFF0F0"/>
          </a:solidFill>
          <a:ln w="12700">
            <a:solidFill>
              <a:srgbClr val="D95F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05472" y="1554480"/>
            <a:ext cx="1572768" cy="256032"/>
          </a:xfrm>
          <a:prstGeom prst="rect">
            <a:avLst/>
          </a:prstGeom>
          <a:solidFill>
            <a:srgbClr val="D95F00"/>
          </a:solidFill>
          <a:ln w="12700">
            <a:solidFill>
              <a:srgbClr val="D95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15544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78624" y="1847088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sketches are missing or have no measurements. The design doesn't match the brief.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688336"/>
            <a:ext cx="1828800" cy="1024128"/>
          </a:xfrm>
          <a:prstGeom prst="rect">
            <a:avLst/>
          </a:prstGeom>
          <a:solidFill>
            <a:srgbClr val="0D1F22"/>
          </a:solidFill>
          <a:ln w="12700">
            <a:solidFill>
              <a:srgbClr val="0D1F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77977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CAD skills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07238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&amp; how I built the model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12848" y="2688336"/>
            <a:ext cx="1572768" cy="1024128"/>
          </a:xfrm>
          <a:prstGeom prst="rect">
            <a:avLst/>
          </a:prstGeom>
          <a:solidFill>
            <a:srgbClr val="E6F9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12848" y="2688336"/>
            <a:ext cx="157276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12848" y="26883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86000" y="2980944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Move, Rotate, Scale with exact mm numbers. I used Hole, Group and Align correctly. Everything is grouped into one solid.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77056" y="2688336"/>
            <a:ext cx="1572768" cy="102412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77056" y="2688336"/>
            <a:ext cx="1572768" cy="256032"/>
          </a:xfrm>
          <a:prstGeom prst="rect">
            <a:avLst/>
          </a:prstGeom>
          <a:solidFill>
            <a:srgbClr val="D0DDE3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77056" y="26883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50208" y="2980944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all the main tools. A few things I moved by eye instead of typing exact numbers. Model is mostly correct.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41264" y="2688336"/>
            <a:ext cx="1572768" cy="1024128"/>
          </a:xfrm>
          <a:prstGeom prst="rect">
            <a:avLst/>
          </a:prstGeom>
          <a:solidFill>
            <a:srgbClr val="FFF8F1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41264" y="2688336"/>
            <a:ext cx="1572768" cy="256032"/>
          </a:xfrm>
          <a:prstGeom prst="rect">
            <a:avLst/>
          </a:prstGeom>
          <a:solidFill>
            <a:srgbClr val="D0DDE3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1264" y="26883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14416" y="2980944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model but mostly dragged shapes around. The Hole tool might not be quite right.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05472" y="2688336"/>
            <a:ext cx="1572768" cy="1024128"/>
          </a:xfrm>
          <a:prstGeom prst="rect">
            <a:avLst/>
          </a:prstGeom>
          <a:solidFill>
            <a:srgbClr val="FFF0F0"/>
          </a:solidFill>
          <a:ln w="12700">
            <a:solidFill>
              <a:srgbClr val="D95F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05472" y="2688336"/>
            <a:ext cx="1572768" cy="256032"/>
          </a:xfrm>
          <a:prstGeom prst="rect">
            <a:avLst/>
          </a:prstGeom>
          <a:solidFill>
            <a:srgbClr val="D95F00"/>
          </a:solidFill>
          <a:ln w="12700">
            <a:solidFill>
              <a:srgbClr val="D95F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26883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278624" y="2980944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trouble putting shapes together. The Hole tool isn't used or didn't work properly.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3822192"/>
            <a:ext cx="1828800" cy="1024128"/>
          </a:xfrm>
          <a:prstGeom prst="rect">
            <a:avLst/>
          </a:prstGeom>
          <a:solidFill>
            <a:srgbClr val="0D1F22"/>
          </a:solidFill>
          <a:ln w="12700">
            <a:solidFill>
              <a:srgbClr val="0D1F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91363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readiness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1480" y="420624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meet the brief rules?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212848" y="3822192"/>
            <a:ext cx="1572768" cy="1024128"/>
          </a:xfrm>
          <a:prstGeom prst="rect">
            <a:avLst/>
          </a:prstGeom>
          <a:solidFill>
            <a:srgbClr val="E6F9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12848" y="3822192"/>
            <a:ext cx="157276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1284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286000" y="4114800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overhangs over 45°. All walls ≥1.5 mm. 5–12 parts. Fits the 80 mm box. Slicer shows zero warnings.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877056" y="3822192"/>
            <a:ext cx="1572768" cy="1024128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77056" y="3822192"/>
            <a:ext cx="1572768" cy="256032"/>
          </a:xfrm>
          <a:prstGeom prst="rect">
            <a:avLst/>
          </a:prstGeom>
          <a:solidFill>
            <a:srgbClr val="D0DDE3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77056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950208" y="4114800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print-ready. Very small overhangs or slightly thin walls — nothing major. STL submitted on time.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541264" y="3822192"/>
            <a:ext cx="1572768" cy="1024128"/>
          </a:xfrm>
          <a:prstGeom prst="rect">
            <a:avLst/>
          </a:prstGeom>
          <a:solidFill>
            <a:srgbClr val="FFF8F1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41264" y="3822192"/>
            <a:ext cx="1572768" cy="256032"/>
          </a:xfrm>
          <a:prstGeom prst="rect">
            <a:avLst/>
          </a:prstGeom>
          <a:solidFill>
            <a:srgbClr val="D0DDE3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41264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614416" y="4114800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slicer shows some warnings — thin walls or steep overhangs. STL submitted.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205472" y="3822192"/>
            <a:ext cx="1572768" cy="1024128"/>
          </a:xfrm>
          <a:prstGeom prst="rect">
            <a:avLst/>
          </a:prstGeom>
          <a:solidFill>
            <a:srgbClr val="FFF0F0"/>
          </a:solidFill>
          <a:ln w="12700">
            <a:solidFill>
              <a:srgbClr val="D95F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05472" y="3822192"/>
            <a:ext cx="1572768" cy="256032"/>
          </a:xfrm>
          <a:prstGeom prst="rect">
            <a:avLst/>
          </a:prstGeom>
          <a:solidFill>
            <a:srgbClr val="D95F00"/>
          </a:solidFill>
          <a:ln w="12700">
            <a:solidFill>
              <a:srgbClr val="D95F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05472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278624" y="4114800"/>
            <a:ext cx="1444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rules broken — part count, size or overhangs. STL not submitted or won't open.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12  •  12 / 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 — CLASS DISCUSSION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858000" y="164592"/>
            <a:ext cx="1837944" cy="228600"/>
          </a:xfrm>
          <a:prstGeom prst="roundRect">
            <a:avLst>
              <a:gd name="adj" fmla="val 16000"/>
            </a:avLst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16459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reflection — what did I actually learn?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2529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volunteers will share a reflection. Class: listen to what surprised people or what they'd do differently.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2834640" cy="31546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2834640" cy="320040"/>
          </a:xfrm>
          <a:prstGeom prst="rect">
            <a:avLst/>
          </a:prstGeom>
          <a:solidFill>
            <a:srgbClr val="0D1F22"/>
          </a:solidFill>
          <a:ln w="12700">
            <a:solidFill>
              <a:srgbClr val="0D1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" y="2011680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useful thing I learnt in this unit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2670048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Not just a tool name — what can you actually DO now that you couldn't before? What would you use it for?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3419856"/>
            <a:ext cx="2596896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29768" y="3474720"/>
            <a:ext cx="2633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shares)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82112" y="1600200"/>
            <a:ext cx="2834640" cy="31546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1600200"/>
            <a:ext cx="28346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2011680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didn't go to plan — and what I did about 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670048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It's okay if something went wrong. What was the problem? Did you fix it, work around it, or change your design?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3419856"/>
            <a:ext cx="2596896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291840" y="3474720"/>
            <a:ext cx="2633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shares)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44184" y="1600200"/>
            <a:ext cx="2834640" cy="31546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4184" y="1600200"/>
            <a:ext cx="2834640" cy="320040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44184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53912" y="2011680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built this alien again from scratch, I would…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53912" y="2670048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Name one specific thing — a shape, a measurement, a decision. What would you do differently and why?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53912" y="3419856"/>
            <a:ext cx="2596896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153912" y="3474720"/>
            <a:ext cx="2633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shares)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Design &amp; Technologies  •  Unit: 3D Modelling with CAD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•  13  •  13 / 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last 5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8503920" cy="10972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70078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1389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sign-off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specimen's name and final part count. STL file name I submitted: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7824" y="2011680"/>
            <a:ext cx="754380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77824" y="20665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below the line —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505456"/>
            <a:ext cx="8503920" cy="10972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907792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25968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one-liner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7824" y="28529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print time ___ h ___ min. Filament ___ g. Support material: YES / NO. Warnings: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7824" y="3218688"/>
            <a:ext cx="754380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77824" y="32735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below the line 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712464"/>
            <a:ext cx="8503920" cy="1097280"/>
          </a:xfrm>
          <a:prstGeom prst="rect">
            <a:avLst/>
          </a:prstGeom>
          <a:solidFill>
            <a:srgbClr val="F7F9FA"/>
          </a:solidFill>
          <a:ln w="12700">
            <a:solidFill>
              <a:srgbClr val="D0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4114800"/>
            <a:ext cx="329184" cy="329184"/>
          </a:xfrm>
          <a:prstGeom prst="ellipse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" y="38039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79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7824" y="40599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creature to someone who has never seen it — one sentence only: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" y="4425696"/>
            <a:ext cx="754380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77824" y="44805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below the line —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tick boxes in your workbook  ·  Hand this exit slip to your teacher when complete.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1554480" cy="2286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3657600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92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TRANSMISSION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3657600" cy="0"/>
          </a:xfrm>
          <a:prstGeom prst="line">
            <a:avLst/>
          </a:prstGeom>
          <a:noFill/>
          <a:ln w="9525">
            <a:solidFill>
              <a:srgbClr val="D0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212848"/>
            <a:ext cx="2743200" cy="2487168"/>
          </a:xfrm>
          <a:prstGeom prst="rect">
            <a:avLst/>
          </a:prstGeom>
          <a:solidFill>
            <a:srgbClr val="162830"/>
          </a:solidFill>
          <a:ln w="12700">
            <a:solidFill>
              <a:srgbClr val="1628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212848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33172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alien — being printed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" y="2743200"/>
            <a:ext cx="25054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STL is uploaded and in the print queue. The creature you designed and built is on its way to becoming a real object you can hold.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2212848"/>
            <a:ext cx="2743200" cy="2487168"/>
          </a:xfrm>
          <a:prstGeom prst="rect">
            <a:avLst/>
          </a:prstGeom>
          <a:solidFill>
            <a:srgbClr val="162830"/>
          </a:solidFill>
          <a:ln w="12700">
            <a:solidFill>
              <a:srgbClr val="1628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2212848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233172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workbook — complete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92424" y="2743200"/>
            <a:ext cx="25054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checks, slicer notes, peer feedback, self-evaluation and reflection all done. This is the evidence of your design process.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17336" y="2212848"/>
            <a:ext cx="2743200" cy="2487168"/>
          </a:xfrm>
          <a:prstGeom prst="rect">
            <a:avLst/>
          </a:prstGeom>
          <a:solidFill>
            <a:srgbClr val="162830"/>
          </a:solidFill>
          <a:ln w="12700">
            <a:solidFill>
              <a:srgbClr val="1628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2212848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331720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5352" y="2743200"/>
            <a:ext cx="25054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take an idea in your head, design it in CAD, check it for print rules, and turn it into a real 3D-printed object. That's a big deal.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Xeno-Lab  ·  Unit 03  ·  3D Modelling with CAD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Xeno-Lab · Unit 03 · Lesson 4 · Export &amp; Print</dc:title>
  <dc:subject>PptxGenJS Presentation</dc:subject>
  <dc:creator>PptxGenJS</dc:creator>
  <cp:lastModifiedBy>PptxGenJS</cp:lastModifiedBy>
  <cp:revision>1</cp:revision>
  <dcterms:created xsi:type="dcterms:W3CDTF">2026-05-25T22:10:14Z</dcterms:created>
  <dcterms:modified xsi:type="dcterms:W3CDTF">2026-05-25T22:10:14Z</dcterms:modified>
</cp:coreProperties>
</file>