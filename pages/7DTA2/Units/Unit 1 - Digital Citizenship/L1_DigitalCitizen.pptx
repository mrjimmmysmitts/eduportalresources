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52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double period (1hr40). Set expectations for respectful, honest participation — some students may reveal real online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up ~5 min. If time is short, do only two of the three scenarios. Push students to justify their thumbs, not just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success criteria aloud. Foundation/Developing/Extending are entry points, not ability groups — any student can move between them across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Emphasise citizen = rights AND responsibilities, not just rules to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is the main copy-to-workbook content. Give students 3-4 min to copy, then discuss orally rather than re-reading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passive footprint carefully — many students don't realise location/browsing data is collected without an active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only — the deep dive happens in Interland itself.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min on devices. Circulate; some students will rush through Interland without absorbing the lesson — prompt them to slow down on Reality River especially.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around the 50-60 min mark to reset energy before the application task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Cold-call is fine here since most students will have an opinion on Interland.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silent write, no talking. Collect verbally or via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Lesson 2 briefly — mention DHMO.org by name to build anticipation.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LESSON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Citizen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to be safe, responsible and effective online?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61E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Year 7 Digital Technology  ·  Unit 1: Digital Citizenship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183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4183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Up: Good call or bad call?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47120" cy="3931920"/>
          </a:xfrm>
          <a:prstGeom prst="roundRect">
            <a:avLst>
              <a:gd name="adj" fmla="val 2326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post a photo of your friend without asking them first. </a:t>
            </a:r>
          </a:p>
          <a:p>
            <a:pPr marL="0" indent="0">
              <a:buNone/>
            </a:pPr>
            <a:endParaRPr lang="en-US" sz="2000" dirty="0">
              <a:solidFill>
                <a:srgbClr val="1417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message from someone you don't know asking for your address. </a:t>
            </a:r>
          </a:p>
          <a:p>
            <a:pPr marL="0" indent="0">
              <a:buNone/>
            </a:pPr>
            <a:endParaRPr lang="en-US" sz="2000" dirty="0">
              <a:solidFill>
                <a:srgbClr val="1417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the same password for every account.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if it's a good digital citizenship call, thumbs down if it's not. Be ready to explain your reasoning to a partner.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able to... </a:t>
            </a:r>
            <a:r>
              <a:rPr lang="en-US" sz="2600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what it means to be a safe, responsible digital citizen.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FOUNDATION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two rights and two responsibilities you have when you're online.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4805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DEVELOPING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appropriate online behaviour looks like in a given scenario.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24688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7F8FA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753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EXTENDING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75320" y="320040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digital citizenship matters for the wider online community, not just for yourself.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digital citizen?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uses digital technology to engage with the world — the internet, apps, games, social platforms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citizen (digital or otherwise) comes with both rights and responsibilities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citizenship is about how you treat others, protect information, and think critically online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052560" y="3657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052560" y="365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Rights and responsibilities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88550"/>
              </p:ext>
            </p:extLst>
          </p:nvPr>
        </p:nvGraphicFramePr>
        <p:xfrm>
          <a:off x="457200" y="1828800"/>
          <a:ext cx="11247120" cy="3688080"/>
        </p:xfrm>
        <a:graphic>
          <a:graphicData uri="http://schemas.openxmlformats.org/drawingml/2006/table">
            <a:tbl>
              <a:tblPr/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Rights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Responsibilities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feel safe and respected online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treat others with respect online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have your personal information protected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protect your own and others' information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access age-appropriate content and support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think critically before sharing or believing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report unsafe or unkind behaviour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41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speak up when you see unsafe behaviour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digital footprint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do online leaves a trace — your digital footprint</a:t>
            </a:r>
            <a:endParaRPr lang="en-US" sz="3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footprint: things you choose to post, comment, or share</a:t>
            </a:r>
            <a:endParaRPr lang="en-US" sz="3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footprint: data collected without you actively choosing it (location, browsing history)</a:t>
            </a:r>
            <a:endParaRPr lang="en-US" sz="3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3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 before you post: would I be okay with this in five years?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54B5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Internet Awesome — four themes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Internet Smart — share with care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Internet Alert — don't fall for fake information or scams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Internet Strong — secure your accounts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Internet Kind — treat others the way you want to be treated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418320" y="365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4361E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9418320" y="365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Interland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Interland (beinternetawesome.withgoogle.com)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world: Kind Kingdom, Reality River, Mindful Mountain, or Tower of Treasure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through it, noting what skill or habit it's testing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world, what it taught you, and the hardest moment in your workbook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Task 2 — Interland activity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28016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16636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BREAK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up. In 30 seconds, tell the person next to you one thing you'd never post online — and why.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Interland world did most people choose — and why?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right you didn't think about before today?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have too many digital responsibilities, or too few rights? What would that look like?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3108960"/>
          </a:xfrm>
          <a:prstGeom prst="roundRect">
            <a:avLst>
              <a:gd name="adj" fmla="val 2941"/>
            </a:avLst>
          </a:prstGeom>
          <a:solidFill>
            <a:srgbClr val="F7F8FA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sentence: what is a digital citizen? Write it in your own words, from memory.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in your workbook before you pack up.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— Critical Thinking: evaluating whether online sources are trustworthy.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AHEAD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assessment in this unit — your workbook completion and Interland progress are tracked as formative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E3E6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27532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75320" y="26060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one moment this week where you made a digital citizenship decision, big or small.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54B5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y7-dt-u1-l1-digital-citizen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5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931</Words>
  <Application>Microsoft Office PowerPoint</Application>
  <PresentationFormat>Widescreen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Citizen — Y7 DT Unit 1 Lesson 1</dc:title>
  <dc:subject>PptxGenJS Presentation</dc:subject>
  <dc:creator>EduPortal</dc:creator>
  <cp:lastModifiedBy>James Smith 5</cp:lastModifiedBy>
  <cp:revision>2</cp:revision>
  <dcterms:created xsi:type="dcterms:W3CDTF">2026-07-03T10:58:05Z</dcterms:created>
  <dcterms:modified xsi:type="dcterms:W3CDTF">2026-07-13T00:46:24Z</dcterms:modified>
</cp:coreProperties>
</file>