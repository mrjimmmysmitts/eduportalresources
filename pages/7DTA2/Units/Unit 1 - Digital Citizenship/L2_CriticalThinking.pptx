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05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this lesson is about scepticism, not cynicism — the goal is checking, not distrusting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up ~5 min. At least one of these should be genuinely true (the sleep study) — don't make it a 'they're all fake'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success criteria aloud; the extending tier requires citing specific site evidence, not just a gut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Ask: has anyone ever shared something online that turned out to be false?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main copy-to-workbook content — give 3-4 min to copy it down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DHMO = water (H2O) explicitly once the reveal lands — some students find it genuinely surprising.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 on devices. DHMO.org and the Tree Octopus site are safe to visit directly; monitor students' own third-site choice for appropriateness.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around the 50-60 min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 discussion. Good moment to name specific persuasive techniques: fake citations, official-sounding tone, professional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silent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Lesson 3 — shift tone from evaluating others' content to organising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LESSON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Thinking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on the internet is true — including some very convincing, very fake websites.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 7 Digital Technology  ·  Unit 1: Digital Citizenship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Up: Real headline or fake headline?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3931920"/>
          </a:xfrm>
          <a:prstGeom prst="roundRect">
            <a:avLst>
              <a:gd name="adj" fmla="val 2326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“Scientists confirm chocolate cures the common cold.”  </a:t>
            </a:r>
          </a:p>
          <a:p>
            <a:pPr marL="0" indent="0">
              <a:buNone/>
            </a:pPr>
            <a:endParaRPr lang="en-US" sz="2000" dirty="0">
              <a:solidFill>
                <a:srgbClr val="1417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“City council to trial four-day school week.”  </a:t>
            </a:r>
          </a:p>
          <a:p>
            <a:pPr marL="0" indent="0">
              <a:buNone/>
            </a:pPr>
            <a:endParaRPr lang="en-US" sz="2000" dirty="0">
              <a:solidFill>
                <a:srgbClr val="1417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“New study finds teenagers who read more report better sleep.”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real or fake for each headline. We'll reveal the answers — and talk about how you decided.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able to... </a:t>
            </a:r>
            <a:r>
              <a:rPr lang="en-US" sz="3200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critically evaluate the credibility of online sources.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two signs that a website might not be trustworthy.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checklist to assess the credibility of a website.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4672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your credibility verdict using specific evidence from the site.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credibility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publish a website — there's no test you have to pass first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information sits right next to confident-sounding nonsense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good digital citizen means checking before you believe or share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credibility checklist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388192"/>
              </p:ext>
            </p:extLst>
          </p:nvPr>
        </p:nvGraphicFramePr>
        <p:xfrm>
          <a:off x="457200" y="1828800"/>
          <a:ext cx="11247120" cy="38709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look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real person or organisation named, with relevant expertise?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.gov / .edu / known org — or an unfamiliar site?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Informing you, selling to you, or joking with you?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sources and data, or just claims?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content dated and recent enough to trust?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other trustworthy sites agree?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famous fakes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DHMO.org: alarming “facts” about Dihydrogen Monoxide — which is just water (H₂O)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Northwest Tree Octopus (zapatopi.net): a detailed, photo-illustrated, entirely fictional endangered species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built deliberately by researchers to study and teach web literacy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Investigate the fakes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DHMO.org and the Tree Octopus site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dhmo.org and run through the six-point checklist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for the Pacific Northwest Tree Octopus site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third site of your own and repeat the checklist — record all three verdicts in your workbook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Tasks 1–3 — Analyse DHMO, Tree Octopus, and your own site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28016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16636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BREAK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to a partner — in 30 seconds, describe the most convincing fake thing you've ever seen online.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site fooled you the most, and which specific detail did it?</a:t>
            </a:r>
            <a:endParaRPr lang="en-US" sz="3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the writing, the photos, the layout, or something else?</a:t>
            </a:r>
            <a:endParaRPr lang="en-US" sz="3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habit you'll change next time you land on an unfamiliar site?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108960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sign that a website might not be trustworthy. Write it in your own words.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in your workbook before you pack 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— Managing Digital Schoolwork: setting up folders, logins, and habits for the whole year.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assessment in this unit — your credibility checklist and reflection are tracked as formative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you use a source for another subject, run it through the six-point checklist.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y7-dt-u1-l2-critical-thinking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821</Words>
  <Application>Microsoft Office PowerPoint</Application>
  <PresentationFormat>Widescreen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Thinking — Y7 DT Unit 1 Lesson 2</dc:title>
  <dc:subject>PptxGenJS Presentation</dc:subject>
  <dc:creator>EduPortal</dc:creator>
  <cp:lastModifiedBy>James Smith 5</cp:lastModifiedBy>
  <cp:revision>3</cp:revision>
  <dcterms:created xsi:type="dcterms:W3CDTF">2026-07-03T10:58:06Z</dcterms:created>
  <dcterms:modified xsi:type="dcterms:W3CDTF">2026-07-22T03:17:00Z</dcterms:modified>
</cp:coreProperties>
</file>