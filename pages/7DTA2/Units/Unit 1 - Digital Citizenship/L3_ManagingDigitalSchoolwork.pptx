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7" r:id="rId7"/>
    <p:sldId id="268" r:id="rId8"/>
    <p:sldId id="261" r:id="rId9"/>
    <p:sldId id="269" r:id="rId10"/>
    <p:sldId id="262" r:id="rId11"/>
    <p:sldId id="263" r:id="rId12"/>
    <p:sldId id="264" r:id="rId13"/>
    <p:sldId id="270" r:id="rId14"/>
    <p:sldId id="265" r:id="rId15"/>
    <p:sldId id="266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3" d="100"/>
          <a:sy n="73" d="100"/>
        </p:scale>
        <p:origin x="380" y="-2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3994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Double period — this is a more procedural, hands-on lesson than Lessons 1-2, now extended with a backup/resilience thread. Have login details/reset process ready for students who are locked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 up ~5 min. Most students will recognise this scenario immediately — let them enjoy roasting the mess before turning it constructive.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success criteria aloud. Foundation tier matters most for students new to the school's login systems — check in with them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~5 min. Keep this brief since most of the lesson is the hands-on application task.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naming table is copy-to-workbook content — 2-3 min to copy 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 min. Most students will have a "my file disappeared" story — let a couple share briefly. The point isn't to scare them, it's to motivate the next two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~5 min. Copy-to-workbook content — this pairs with Task in the workbook where students check their own sync icon. Walk around and check a few screens live if you can.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 min. Emphasise the bookmark folder is personal — organise it however makes sense to them, as long as it's fast.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 min. Quick procedural slide — demonstrate one shortcut live on the board if your device allows it. Students on shared/managed devices may need the district's screenshot tool instead — check before the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~30 min on devices — the bulk of the lesson. Have a list of every required login ready on the board. Support students who don't remember passwords. The screenshot and backup-check tasks are new — model both once on the board before students start.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around the 55-65 min mark, after most students have finished folder setup.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~8 min. The partner test is the real assessment here — can someone else navigate their system?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~8 min, folded into the existing Quick check discussion. The workbook 'what if' response is this lesson's extending task — give students a few quiet minutes to write before the partner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 silent write — now two prompts instead of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closes Unit 1. Preview Unit 2 with energy — Game Programming is usually a high-engagement unit.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548640" cy="548640"/>
          </a:xfrm>
          <a:prstGeom prst="ellipse">
            <a:avLst/>
          </a:prstGeom>
          <a:solidFill>
            <a:srgbClr val="4361E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71600" y="6583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LESSON 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141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Managing Digital Schoolwork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402336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45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messy digital desktop costs you time all year — and a laptop crash with no backup can cost you everything. Today you build a system that survives both.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361E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Year 7 Digital Technology  ·  Unit 1: Digital Citizenship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54B5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y7-dt-u1-l3-managing-digital-schoolwork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UP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418320" y="365760"/>
            <a:ext cx="2286000" cy="384048"/>
          </a:xfrm>
          <a:prstGeom prst="roundRect">
            <a:avLst>
              <a:gd name="adj" fmla="val 19048"/>
            </a:avLst>
          </a:prstGeom>
          <a:solidFill>
            <a:srgbClr val="454B5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9418320" y="3657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DOWN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Warm Up: Spot the problems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11247120" cy="3931920"/>
          </a:xfrm>
          <a:prstGeom prst="roundRect">
            <a:avLst>
              <a:gd name="adj" fmla="val 2326"/>
            </a:avLst>
          </a:prstGeom>
          <a:solidFill>
            <a:srgbClr val="F7F8FA"/>
          </a:solidFill>
          <a:ln w="12700">
            <a:solidFill>
              <a:srgbClr val="E3E6ED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914400" y="2377440"/>
            <a:ext cx="10332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 a desktop with 40 files sitting loose on it, named “Document1”, “Document2”, “final final v2 ACTUAL”, and “untitled(14)”.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448056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45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partner, list every problem you can see with this system — and what it would cost the owner in week 17.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54B5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y7-dt-u1-l3-managing-digital-schoolwork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321040" y="6492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5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Up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4361E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4361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be able to... </a:t>
            </a:r>
            <a:r>
              <a:rPr lang="en-US" sz="2600" dirty="0">
                <a:solidFill>
                  <a:srgbClr val="141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organise and manage digital files and tools effectively.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F7F8FA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685800" y="2697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FOUNDATION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3200400"/>
            <a:ext cx="31089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to your school accounts without help, and know where your files are stored.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251960" y="246888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F7F8FA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4480560" y="2697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DEVELOPING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80560" y="3200400"/>
            <a:ext cx="31089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clear folder structure, rename a file using a consistent naming convention, and confirm your work is backed up to the cloud.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046720" y="246888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F7F8FA"/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8275320" y="2697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🟣 EXTENDING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75320" y="3200400"/>
            <a:ext cx="31089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 filing and backup system that lets you find, or recover, any piece of work in under 30 seconds, and explain the logic.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54B5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y7-dt-u1-l3-managing-digital-schoolwork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321040" y="6492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5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454B5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TEACHING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052560" y="36576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9052560" y="3657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COPY THIS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Folder structure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10515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20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level: one folder per subject (e.g. Digital Technology, Maths, Science)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20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each subject: one folder per unit or term (e.g. “Unit 1 - Digital Citizenship”)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20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saving everything loose in My Drive or Downloads with no folders at all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54B5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y7-dt-u1-l3-managing-digital-schoolwork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321040" y="6492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5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Teaching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454B5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TEACHING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052560" y="36576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9052560" y="3657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COPY THIS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1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Naming conventions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11247120" cy="914400"/>
        </p:xfrm>
        <a:graphic>
          <a:graphicData uri="http://schemas.openxmlformats.org/drawingml/2006/table">
            <a:tbl>
              <a:tblPr/>
              <a:tblGrid>
                <a:gridCol w="5623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23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Unclear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6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Clear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6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417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Document1.docx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417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DT_U1_CredibilityChecklist.docx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417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final v2 ACTUAL.docx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417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DT_U1_ExitTicket_L2.docx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417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untitled(14)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417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DT_U1_Workbook_L3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54B5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y7-dt-u1-l3-managing-digital-schoolwork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321040" y="6492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5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Teaching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454B5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TEACHING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isn't just about being tidy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515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20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folder system only protects you if a copy of your work also exists somewhere your laptop crashing, a lost USB, or a wiped Chromebook can't reach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20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with a partner: has anyone lost work to a crash, a lost device, or an accidental delete? What happened next?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20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a responsible digital citizen isn't only about how you treat others online — it's also about taking responsibility for your own data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54B5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y7-dt-u1-l3-managing-digital-schoolwork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321040" y="6492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5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Teaching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454B5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TEACHING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052560" y="36576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9052560" y="3657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COPY THIS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sync, in plain terms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10515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20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school Google Drive or OneDrive saves a copy of your files online automatically, as long as you’re connected to the internet — this happens whether you notice it or not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20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the sync icon next to a file or folder: a tick or cloud means it’s backed up, a spinning arrow means it’s still uploading, a red mark or “!” means it failed — check it, don’t ignore it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20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entirely from Downloads, Desktop, or a USB stick with no cloud connection means one device failure can cost you everything in that folder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54B5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y7-dt-u1-l3-managing-digital-schoolwork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321040" y="6492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5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Teaching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454B5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TEACHING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Bookmarks and shortcuts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515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20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to remember: Subject_Topic_ShortDescription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20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Bookmark the pages you use every lesson: school portal, EduPortal, your Drive/OneDrive home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20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them in a dedicated bookmarks folder in your browser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54B5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y7-dt-u1-l3-managing-digital-schoolwork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321040" y="6492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5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Teaching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454B5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TEACHING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052560" y="36576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9052560" y="3657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COPY THIS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Screenshot your evidence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10515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20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Windows: press Windows key + Shift + S, then select the area you want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20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Mac: press Cmd + Shift + 4, then select the area you want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20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Chromebook: press Ctrl + Show windows (the rectangle key), then select the area — then upload it in your workbook as proof of your folder structure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54B5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y7-dt-u1-l3-managing-digital-schoolwork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321040" y="6492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5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Teaching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4361E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OF LEARNING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418320" y="365760"/>
            <a:ext cx="2286000" cy="384048"/>
          </a:xfrm>
          <a:prstGeom prst="roundRect">
            <a:avLst>
              <a:gd name="adj" fmla="val 19048"/>
            </a:avLst>
          </a:prstGeom>
          <a:solidFill>
            <a:srgbClr val="4361E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9418320" y="3657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DEVICES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Application: Build your system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11247120" cy="4206240"/>
          </a:xfrm>
          <a:prstGeom prst="roundRect">
            <a:avLst>
              <a:gd name="adj" fmla="val 2174"/>
            </a:avLst>
          </a:prstGeom>
          <a:solidFill>
            <a:srgbClr val="F7F8FA"/>
          </a:solidFill>
          <a:ln w="1905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822960" y="21031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in, organise, capture, rename, verify, bookmark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05840" y="2743200"/>
            <a:ext cx="10149840" cy="2651760"/>
          </a:xfrm>
          <a:prstGeom prst="rect">
            <a:avLst/>
          </a:prstGeom>
          <a:noFill/>
          <a:ln/>
        </p:spPr>
        <p:txBody>
          <a:bodyPr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to every school account on the checklist in your workbook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your Digital Technology subject folder, and a Unit 1 folder inside it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screenshot of your folder structure and upload it to your workbook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one existing file using the Subject_Topic_ShortDescription pattern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backup — confirm your files are syncing to the cloud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 bookmarks folder for your most-used school sites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5532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5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Open your workbook — Tasks 1–6 — Login checklist through Bookmarks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54B5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y7-dt-u1-l3-managing-digital-schoolwork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321040" y="6492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5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9E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66360" y="1280160"/>
            <a:ext cx="1188720" cy="11887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5166360" y="1280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BREAK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71600" y="3474720"/>
            <a:ext cx="9418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Swap seats with a partner for 30 seconds — can they find one of your files using only your folder names?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54B5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y7-dt-u1-l3-managing-digital-schoolwork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321040" y="6492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5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Teaching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TEACHING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1247120" cy="4206240"/>
          </a:xfrm>
          <a:prstGeom prst="roundRect">
            <a:avLst>
              <a:gd name="adj" fmla="val 2174"/>
            </a:avLst>
          </a:prstGeom>
          <a:solidFill>
            <a:srgbClr val="F7F8FA"/>
          </a:solidFill>
          <a:ln w="12700">
            <a:solidFill>
              <a:srgbClr val="E3E6E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103327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your partner find a file in your system in under 30 seconds?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you change about your folder or naming system after that test?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login gave you the most trouble, and what fixed it?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54B5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y7-dt-u1-l3-managing-digital-schoolwork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321040" y="6492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5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Teaching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TEACHING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if today was the day?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1247120" cy="4206240"/>
          </a:xfrm>
          <a:prstGeom prst="roundRect">
            <a:avLst>
              <a:gd name="adj" fmla="val 2174"/>
            </a:avLst>
          </a:prstGeom>
          <a:solidFill>
            <a:srgbClr val="F7F8FA"/>
          </a:solidFill>
          <a:ln w="12700">
            <a:solidFill>
              <a:srgbClr val="E3E6E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103327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laptop won’t turn on and a file is due this period — talk it through with a partner: where would you look first, and would a copy actually be there?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workbook, write your own step-by-step answer to this scenario — this is today’s extending task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real test of a filing system — not whether it looks tidy, but whether it survives a bad day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54B5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y7-dt-u1-l3-managing-digital-schoolwork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321040" y="6492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5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Teaching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1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🚪 Exit Ticket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11247120" cy="3108960"/>
          </a:xfrm>
          <a:prstGeom prst="roundRect">
            <a:avLst>
              <a:gd name="adj" fmla="val 2941"/>
            </a:avLst>
          </a:prstGeom>
          <a:solidFill>
            <a:srgbClr val="F7F8FA"/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10332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0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Write the file naming pattern from memory: Subject _ ___ _ ___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Name one place, other than this laptop, where a copy of your work exists.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5577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5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this in your workbook before you pack up.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54B5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y7-dt-u1-l3-managing-digital-schoolwork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321040" y="6492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5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3566160" cy="3566160"/>
          </a:xfrm>
          <a:prstGeom prst="roundRect">
            <a:avLst>
              <a:gd name="adj" fmla="val 2564"/>
            </a:avLst>
          </a:prstGeom>
          <a:solidFill>
            <a:srgbClr val="F7F8FA"/>
          </a:solidFill>
          <a:ln w="12700">
            <a:solidFill>
              <a:srgbClr val="E3E6E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685800" y="2148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606040"/>
            <a:ext cx="3108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 — Game Programming: designing and coding your own game in MakeCode Arcade.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251960" y="1920240"/>
            <a:ext cx="3566160" cy="3566160"/>
          </a:xfrm>
          <a:prstGeom prst="roundRect">
            <a:avLst>
              <a:gd name="adj" fmla="val 2564"/>
            </a:avLst>
          </a:prstGeom>
          <a:solidFill>
            <a:srgbClr val="F7F8FA"/>
          </a:solidFill>
          <a:ln w="12700">
            <a:solidFill>
              <a:srgbClr val="E3E6E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4480560" y="2148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AHEAD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80560" y="2606040"/>
            <a:ext cx="3108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completes Unit 1: Digital Citizenship — no formal assessment, but your organisation habits carry into every future unit.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046720" y="1920240"/>
            <a:ext cx="3566160" cy="3566160"/>
          </a:xfrm>
          <a:prstGeom prst="roundRect">
            <a:avLst>
              <a:gd name="adj" fmla="val 2564"/>
            </a:avLst>
          </a:prstGeom>
          <a:solidFill>
            <a:srgbClr val="F7F8FA"/>
          </a:solidFill>
          <a:ln w="12700">
            <a:solidFill>
              <a:srgbClr val="E3E6E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8275320" y="2148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LESSON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75320" y="2606040"/>
            <a:ext cx="3108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using your folder and naming system for every file you create this week.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54B5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y7-dt-u1-l3-managing-digital-schoolwork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321040" y="6492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5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1465</Words>
  <Application>Microsoft Office PowerPoint</Application>
  <PresentationFormat>Widescreen</PresentationFormat>
  <Paragraphs>153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DM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Managing Digital Schoolwork — Y7 DT Unit 1 Lesson 3</dc:title>
  <dc:subject>PptxGenJS Presentation</dc:subject>
  <dc:creator>EduPortal</dc:creator>
  <cp:lastModifiedBy>James Smith 5</cp:lastModifiedBy>
  <cp:revision>2</cp:revision>
  <dcterms:created xsi:type="dcterms:W3CDTF">2026-07-03T10:58:06Z</dcterms:created>
  <dcterms:modified xsi:type="dcterms:W3CDTF">2026-07-20T21:53:52Z</dcterms:modified>
</cp:coreProperties>
</file>