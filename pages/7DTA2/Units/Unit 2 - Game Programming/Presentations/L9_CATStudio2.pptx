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by the end of today, every student submits. Keep opening under 2 minutes — this is studio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reminder only — no new instruction. Point at the documentation question list slide for reference during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 this explicitly to students who look like they're spending too long on the poster early in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visible for reference throughout the documentation-writing portion of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Conference with every student before they submit — this is the final quality gate before marking.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Congratulate students — this is the end of the assessed build. Quick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· DIGITAL TECHNOLOGY · UNIT 2: GAME PROGRAMMING · LESSON 9 — ASSESSED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7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 Studio 2: Modify, Poster &amp; Document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7F3E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and submit CAT 1 today — your modification, your poster, and your documentation.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Remaining Pieces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1E4F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Modification — implement your planned change from Lesson 7, test with the Lesson 6 debugging method.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Poster — Canva: a screenshot from your game plus a one-sentence blurb.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Documentation — answer the required questions, embed your poster, link your game.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PACING ADVICE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You're Short on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6E8D8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01498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B8620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14884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FIRST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606040"/>
            <a:ext cx="9418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 in the modification first — it's the highest-weighted, hardest-to-fake criterion. A complete simple set beats a polished poster with no working modification.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1E4F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game called, and what is its theme?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modify how your game works, and why?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target audience for your game?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 games is yours similar to, and what makes yours different?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poster and a link to your playable game.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CHECKPOINT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Submit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3DEE0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607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runs correctly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is present and working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includes screenshot and blurb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answers all required questions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580644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F6E8D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8064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Submit via Google Classroom / the EduPortal workbook submit action once your teacher confirms this checkpoint.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Implemented and tested your mechanic modification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your promotional poster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Completed your documentation and reflection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Submitted CAT 1: Game Design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080760" y="1005840"/>
            <a:ext cx="0" cy="4389120"/>
          </a:xfrm>
          <a:prstGeom prst="line">
            <a:avLst/>
          </a:prstGeom>
          <a:noFill/>
          <a:ln w="9525">
            <a:solidFill>
              <a:srgbClr val="F7F3EC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0" y="137160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7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Showcase &amp; Reflection — share your finished game and reflect on the process.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L9 — CAT Studio 2: Modify, Poster &amp; Document</dc:title>
  <dc:subject>PptxGenJS Presentation</dc:subject>
  <dc:creator>EduPortal</dc:creator>
  <cp:lastModifiedBy>EduPortal</cp:lastModifiedBy>
  <cp:revision>1</cp:revision>
  <dcterms:created xsi:type="dcterms:W3CDTF">2026-06-30T14:29:25Z</dcterms:created>
  <dcterms:modified xsi:type="dcterms:W3CDTF">2026-06-30T14:29:25Z</dcterms:modified>
</cp:coreProperties>
</file>