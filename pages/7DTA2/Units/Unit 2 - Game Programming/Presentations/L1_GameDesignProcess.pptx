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435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Frame this as the start of an 8-lesson project, not just 'today's topic'. Keep this slide brief — energy over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2-3 verbal answers, no wrong answers yet. Steer toward: making is just doing, designing follows a process. Don't give the answer outright — Stage 2 unpacks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objective aloud. Point students to workbook Section 1 to set their personal goal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non-game example first if time allows (e.g. designing a better school bag) before connecting to games. Every project this term — including the CAT — follows this exact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Foreshadow Lesson 3 (Algorithms &amp; Flowcharts) — that's where students learn to plan precisely. Don't over-explain; this is a preview, not the full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high-level — full task sheet and rubric are on the lesson website and CAT task sheet. This slide is the elevator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silently pick which tier feels realistic right now — this becomes a workbook question. Normalise starting at Foundation; the unit is designed to build them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through this quickly — it's a map, not a teaching moment. Point out L3 and L6 are combined lessons (two skills, one session).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Time-box each stage strictly and announce transitions aloud — that's the point of the activity, not the tower height itself. Circulate during Create to listen for planning-vs-execution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4-5 minutes silent writing. Collect verbally from 2-3 students before the bell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verbal recap, then dismiss. No new content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· DIGITAL TECHNOLOGY · UNIT 2: GAME PROGRAMMING · LESSON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4400" b="1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Process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7F3E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unit, every one of you will have a playable original game. Today we find out exactly what that takes.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vs. Designing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0149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2B3A8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188720" y="21488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9418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400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the difference between making something… and designing something?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&amp; SUCCESS CRITERIA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Learning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Objective: </a:t>
            </a: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steps of the design process and how it applies to building a game, and unpack what CAT 1: Game Design will require.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1B5E47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6868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8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four stages of the design process and name the three CAT 1 tasks.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5196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B8620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48056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8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each design-process stage matters for a game project, using today's activity as an example.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6384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2B3A8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809244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Extending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9244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8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design-process stage will need the most iteration for a game, and justify why.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Process — Four Stages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6E8D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480310" cy="402336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822960" y="1810512"/>
            <a:ext cx="21145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8D3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211455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8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actual problem or brief? What does success need to look like?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48990" y="1645920"/>
            <a:ext cx="2480310" cy="402336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3531870" y="1810512"/>
            <a:ext cx="21145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8D3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31870" y="2514600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31870" y="3017520"/>
            <a:ext cx="211455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8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Sketch, sequence, or flowchart your approach before you start building.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57900" y="1645920"/>
            <a:ext cx="2480310" cy="402336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240780" y="1810512"/>
            <a:ext cx="21145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8D3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40780" y="2514600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40780" y="3017520"/>
            <a:ext cx="211455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8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thing — following your plan, adjusting as you discover problems.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766810" y="1645920"/>
            <a:ext cx="2480310" cy="402336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8949690" y="1810512"/>
            <a:ext cx="21145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8D3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949690" y="2514600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49690" y="3017520"/>
            <a:ext cx="211455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8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result against the brief. What works? What would you change?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 Are Usually a Planning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6E8D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0149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B8620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188720" y="21488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9418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400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bugs in a program are Plan-stage problems showing up during Create. A vague algorithm builds a vague program.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 1: Game Design —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3DEE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BRIEF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What you'll do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C2A28"/>
                          </a:solidFill>
                        </a:rPr>
                        <a:t>1 — Build &amp; Customise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C2A28"/>
                          </a:solidFill>
                        </a:rPr>
                        <a:t>Complete a MakeCode Arcade tutorial, then replace every default image with your own original pixel art. Change one aspect of how the game works.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C2A28"/>
                          </a:solidFill>
                        </a:rPr>
                        <a:t>2 — Promote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C2A28"/>
                          </a:solidFill>
                        </a:rPr>
                        <a:t>Create a poster for your game in Canva — a screenshot plus a one-sentence blurb.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C2A28"/>
                          </a:solidFill>
                        </a:rPr>
                        <a:t>3 — Document &amp; Evaluate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C2A28"/>
                          </a:solidFill>
                        </a:rPr>
                        <a:t>Answer questions about your game's title, theme, modification, audience, and similar games.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 Tiers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3DEE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What it looks like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C2A28"/>
                          </a:solidFill>
                        </a:rPr>
                        <a:t>🟢 Foundation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C2A28"/>
                          </a:solidFill>
                        </a:rPr>
                        <a:t>Tutorial runs; some art replaced; a change is attempted; poster has a screenshot or blurb.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C2A28"/>
                          </a:solidFill>
                        </a:rPr>
                        <a:t>🟡 Developing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C2A28"/>
                          </a:solidFill>
                        </a:rPr>
                        <a:t>Tutorial runs correctly start to finish; all required art is original; one mechanic changed and explained.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C2A28"/>
                          </a:solidFill>
                        </a:rPr>
                        <a:t>🔵 Extending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C2A28"/>
                          </a:solidFill>
                        </a:rPr>
                        <a:t>Extra polish beyond the tutorial; the modification meaningfully changes player experience and is justified.</a:t>
                      </a:r>
                      <a:endParaRPr lang="en-US" sz="18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Roadmap — 10 Lessons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Builds toward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L1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Design Process &amp; Game Brief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You are here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L2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Pixel Art &amp; Sprites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Original art for Task 1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L3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Algorithms &amp; Flowcharts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Planning artefact for Task 1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L4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Intro to MakeCode Arcade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The tool you'll build in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L5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Variables: Score &amp; Lives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A common modification choice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L6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Conditionals &amp; Loops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Win/lose logic, debugging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L7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What Makes a Good Game?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Justifying your modification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L8–9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CAT Studio 1 &amp; 2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Tasks 1–3 — assessed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L10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Game Showcase &amp; Reflection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Evaluate stage, closing the loop</a:t>
                      </a:r>
                      <a:endParaRPr lang="en-US" sz="16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Tower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3EEE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small groups: build the tallest freestanding tower you can, using only paper and tape.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0607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(2 min): as a group, decide what "success" means for your tower before you touch any materials.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(3 min): sketch your approach. No building yet.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(8 min): build your tower, following your plan — adjust if you need to.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(2 min): measure your tower and discuss what you'd change if you planned again.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580644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F6E8D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868680" y="5806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Workbook Section 5 — record where your group got stuck: a Plan problem or a Create problem?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3DEE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Name one stage of the design process you think will be hardest when building your game, and why.</a:t>
            </a:r>
            <a:endParaRPr lang="en-US" sz="20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Name the three CAT 1 tasks in order.</a:t>
            </a:r>
            <a:endParaRPr lang="en-US" sz="20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Tick your success criteria in Section 1 — which tier did you reach, and what's your evidence?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workbook — Section 6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200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the design process is, and why it matters for code</a:t>
            </a:r>
            <a:endParaRPr lang="en-US" sz="20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200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CAT 1 brief and rubric, at a glance</a:t>
            </a:r>
            <a:endParaRPr lang="en-US" sz="20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200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Where the next 9 lessons are headed</a:t>
            </a:r>
            <a:endParaRPr lang="en-US" sz="20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200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Practised Identify → Plan → Create → Evaluate with paper and tape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80760" y="1005840"/>
            <a:ext cx="0" cy="4389120"/>
          </a:xfrm>
          <a:prstGeom prst="line">
            <a:avLst/>
          </a:prstGeom>
          <a:noFill/>
          <a:ln w="9525">
            <a:solidFill>
              <a:srgbClr val="F7F3EC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649224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0" y="137160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 Art &amp; Sprites — you start making the actual art that goes in your game.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1094</Words>
  <Application>Microsoft Office PowerPoint</Application>
  <PresentationFormat>Widescreen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 — The Design Process &amp; Your Game Brief</dc:title>
  <dc:subject>PptxGenJS Presentation</dc:subject>
  <dc:creator>EduPortal</dc:creator>
  <cp:lastModifiedBy>James Smith 5</cp:lastModifiedBy>
  <cp:revision>2</cp:revision>
  <dcterms:created xsi:type="dcterms:W3CDTF">2026-06-30T13:53:10Z</dcterms:created>
  <dcterms:modified xsi:type="dcterms:W3CDTF">2026-07-28T03:33:04Z</dcterms:modified>
</cp:coreProperties>
</file>