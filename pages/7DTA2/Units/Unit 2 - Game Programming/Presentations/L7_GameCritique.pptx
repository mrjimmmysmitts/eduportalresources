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poll to open: 'Name a game you've played that felt bad, and one word for why.' Collects raw material for today's vocabulary.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objective aloud, students set goal in workbook Section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critiquing a simple known game against all four out loud before students try it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bar for both the given-game critique and the self-critique. Hold students to it — vague praise or vague criticism doesn't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 and push back on vague answers ('it's fun') — ask 'fun because of which criterion, specifically?'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outcome of the lesson — students should leave with a concrete, buildable modification plan for CAT Studio.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4-5 minutes silent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recap, dismiss. Remind students to bring all planning artefacts (sprites, flowchart, modification plan)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· DIGITAL TECHNOLOGY · UNIT 2: GAME PROGRAMMING · LESSON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7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Good Game?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7F3EC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back from building, and learn to judge a game — including your own — against real criteria.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&amp; SUCCESS CRITERIA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Learning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1E4F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Objective: </a:t>
            </a:r>
            <a:pPr indent="0" marL="0">
              <a:buNone/>
            </a:pPr>
            <a:r>
              <a:rPr lang="en-US" sz="15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features of a well-designed game and use design criteria to critique existing games and your own.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1B5E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Foundation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core gameplay elements of a given game.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51960" y="23774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B8620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Developing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30175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a given game against named criteria, with a strength and a weakness.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63840" y="23774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2B3A8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9244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Extending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30175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criteria to your own game and propose a specific, justified improvement.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Critique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6E8D8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480310" cy="402336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10512"/>
            <a:ext cx="21145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D3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2114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211455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they feel responsive and intuitive?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48990" y="1645920"/>
            <a:ext cx="2480310" cy="402336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31870" y="1810512"/>
            <a:ext cx="21145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D3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31870" y="2514600"/>
            <a:ext cx="2114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31870" y="3017520"/>
            <a:ext cx="211455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clear what you're trying to do?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57900" y="1645920"/>
            <a:ext cx="2480310" cy="402336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40780" y="1810512"/>
            <a:ext cx="21145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D3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40780" y="2514600"/>
            <a:ext cx="2114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40780" y="3017520"/>
            <a:ext cx="211455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game tell you what's happening?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66810" y="1645920"/>
            <a:ext cx="2480310" cy="402336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49690" y="1810512"/>
            <a:ext cx="21145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D3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949690" y="2514600"/>
            <a:ext cx="2114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49690" y="3017520"/>
            <a:ext cx="211455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challenge fair, and does it build?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SPECIFICITY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"It's Good" Is Not a Critique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1E4F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01498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2B3A8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14884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2606040"/>
            <a:ext cx="9418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controls felt slightly delayed when jumping" is a critique. Every observation today needs a named criterion and a specific reason.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Critiquing a Given Game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3EEE9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pairs, play a teacher-selected game and critique it against all four criteria.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10607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 least one genuine strength, backed with a specific reason.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 least one genuine weakness, backed with a specific reason.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both in your workbook before moving to your own game.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Critiquing Your Own Game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3DEE0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four criteria to your own in-progress game. This is harder — you already know what you meant it to do.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10607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genuine weakness — not something trivial.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one-sentence proposed fix. This is a strong candidate for your CAT mechanic modification.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does your fix use variables, conditionals, or loops you already know?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580644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F6E8D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8064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Favour a realistic fix you can actually build over an ambitious one you can't.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3DEE0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What's the change you're planning for the CAT, and which critique criterion does it improve?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Name all four critique criteria from memory.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Tick your success criteria in Section 1 — which tier did you reach?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workbook — Section 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Four criteria for critiquing games: controls, goal, feedback, difficulty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Critiqued a given game with specific, reasoned observations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Critiqued your own game and identified a genuine weakness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Planned a realistic, buildable CAT modification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080760" y="1005840"/>
            <a:ext cx="0" cy="4389120"/>
          </a:xfrm>
          <a:prstGeom prst="line">
            <a:avLst/>
          </a:prstGeom>
          <a:noFill/>
          <a:ln w="9525">
            <a:solidFill>
              <a:srgbClr val="F7F3EC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0" y="137160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7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 Studio 1: Build &amp; Reskin — dedicated build time begins. This is assessed.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L7 — What Makes a Good Game?</dc:title>
  <dc:subject>PptxGenJS Presentation</dc:subject>
  <dc:creator>EduPortal</dc:creator>
  <cp:lastModifiedBy>EduPortal</cp:lastModifiedBy>
  <cp:revision>1</cp:revision>
  <dcterms:created xsi:type="dcterms:W3CDTF">2026-06-30T14:26:08Z</dcterms:created>
  <dcterms:modified xsi:type="dcterms:W3CDTF">2026-06-30T14:26:08Z</dcterms:modified>
</cp:coreProperties>
</file>