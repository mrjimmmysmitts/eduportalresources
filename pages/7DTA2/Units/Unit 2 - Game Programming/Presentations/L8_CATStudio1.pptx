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 immediately: this is studio time, not a taught lesson. Keep the opening under 2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Display the CAT 1 rubric (introduced Lesson 1) again here. Students self-locate before starting — this primes them for the checkpoints.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conference format up front: you'll circulate and have each student briefly demo their game at both checkpoints, rather than a whole-class discussion segment.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main slide of the lesson — leave it on screen for the bulk of the period while you conference one-on-one.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close. Remind students their to-do list (workbook exit ticket) is what they pick up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7 · DIGITAL TECHNOLOGY · UNIT 2: GAME PROGRAMMING · LESSON 8 — ASSESSED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7F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 Studio 1: Build &amp; Reskin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7F3EC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lesson IS the assessment. Dedicated, checkpointed build time — no new direct instruction today.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Are You on the Rubric?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3DEE0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Objective: </a:t>
            </a:r>
            <a:pPr indent="0" marL="0">
              <a:buNone/>
            </a:pPr>
            <a:r>
              <a:rPr lang="en-US" sz="15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 MakeCode Arcade tutorial and replace all default art with original pixel art.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875">
            <a:solidFill>
              <a:srgbClr val="1B5E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5786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Foundation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runs; some default art replaced.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51960" y="23774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875">
            <a:solidFill>
              <a:srgbClr val="B8620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25786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Developing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0" y="301752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runs correctly start to finish; all required art is original.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863840" y="23774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875">
            <a:solidFill>
              <a:srgbClr val="2B3A8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92440" y="25786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Extending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301752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Developing, plus extra polish beyond the tutorial (sound, extra content).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Checkpoints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1E4F3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A (mid-lesson): tutorial logic intact and running, player sprite replaced.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B (end of lesson): all required art original, game still runs.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Bring: Lesson 2 sprites, Lesson 3 flowchart, Lesson 7 modification idea.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TIME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Reskin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3EEE9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TIME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607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your chosen tutorial if not already complete.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Systematically replace every default sprite with your own art — player, enemy/collectible, background.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after every change — confirm the game still runs.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finish early: sketch your planned modification (build it properly next lesson, not today).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5806440"/>
            <a:ext cx="10881360" cy="594360"/>
          </a:xfrm>
          <a:prstGeom prst="roundRect">
            <a:avLst>
              <a:gd name="adj" fmla="val 9231"/>
            </a:avLst>
          </a:prstGeom>
          <a:solidFill>
            <a:srgbClr val="F6E8D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58064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Self-check the Checkpoint A and B boxes in your workbook before each conference.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8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Completed (or progressed) your MakeCode tutorial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8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Replaced default art with original pixel art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8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 Checkpoints A and B with your teacher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8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Recorded a to-do list for Lesson 9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080760" y="1005840"/>
            <a:ext cx="0" cy="4389120"/>
          </a:xfrm>
          <a:prstGeom prst="line">
            <a:avLst/>
          </a:prstGeom>
          <a:noFill/>
          <a:ln w="9525">
            <a:solidFill>
              <a:srgbClr val="F7F3EC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92240" y="137160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F7F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 Studio 2 — implement your modification, build your poster, and submit.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L8 — CAT Studio 1: Build &amp; Reskin</dc:title>
  <dc:subject>PptxGenJS Presentation</dc:subject>
  <dc:creator>EduPortal</dc:creator>
  <cp:lastModifiedBy>EduPortal</cp:lastModifiedBy>
  <cp:revision>1</cp:revision>
  <dcterms:created xsi:type="dcterms:W3CDTF">2026-06-30T14:27:49Z</dcterms:created>
  <dcterms:modified xsi:type="dcterms:W3CDTF">2026-06-30T14:27:49Z</dcterms:modified>
</cp:coreProperties>
</file>