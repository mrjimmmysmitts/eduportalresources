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lesson (previously two, debugging folded in as the closing activity). This is a content-heavy lesson — keep recaps tight and prioritise studio/practice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 aloud, students set goal in workbook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 volunteer through deciding based on a 'weather card' prop if you have one. Quick, physical, sets up both concepts before any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live in MakeCode if possible, incrementally on one project that you'll keep extending through the loops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live: build it correctly first, then deliberately remove the pause to show the flood. This bug becomes the segue into the debugging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method is used directly in CAT Studio (Lessons 8-9). Worth a minute of emphasis — this is a transferable skill, not just todays'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carries more content than a single-topic lesson — circulate constantly and triage: Foundation students can stop at working if/else + working loop without the combined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minutes silent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recap, dismiss.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 &amp; Loops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lesson: make your game decide things and repeat things — then learn a real method for fixing it when it breaks.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Learning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pPr indent="0" marL="0">
              <a:buNone/>
            </a:pPr>
            <a:r>
              <a:rPr lang="en-US" sz="15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conditionals and loops to make decisions and create repeating behaviour, and use a structured method to find and fix bugs.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 if/else block and a loop block, explain what each does.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if/else structure AND use a loop for a repeating behaviour.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conditional and a loop, and apply the four-step debugging method.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It's Raining...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UNPLUGGED ROLE-PLAY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it's raining, take an umbrella. Else, leave it." — that's a conditional. Now: "do that every morning for a week" — that's a loop.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 — If / Else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sprite of kind Player overlaps sprite of kind Enemy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lives &lt;= 0 → game over (lose)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change lives by -1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maps directly onto the decision diamond from Lesson 3 — yes/no exits become if/else.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— Forever &amp; Repeat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→ create enemy sprite → pause (2000 ms)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new enemy every 2 seconds, indefinitely.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pause and the game floods with sprites instantly — a real, visible bug.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Four-Step Debugging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509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What did you expect to happen?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What actually happened?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Which block runs right before the problem shows up?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Test one change at a time.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working win condition and lose condition using if/else.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repeating behaviour using a loop.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(Extending) Combine a conditional inside a loop.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hunt: apply the four-step method to 2-3 broken snippets provided by your teacher.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Describe one bug you fixed today using all four steps — same format you'll use during the CAT.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Describe one if/else rule AND one repeating behaviour in your game, in plain English.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are the four steps of the debugging method, in order?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Tick your success criteria in Section 1 — which tier did you reach?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if/else conditionals work, and how they map to flowcharts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loops create repeating behaviour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four-step debugging method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win/lose logic, a repeating behaviour, and fixed real bugs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Good Game? — step back and judge your own game before the CAT.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L6 — Conditionals &amp; Loops</dc:title>
  <dc:subject>PptxGenJS Presentation</dc:subject>
  <dc:creator>EduPortal</dc:creator>
  <cp:lastModifiedBy>EduPortal</cp:lastModifiedBy>
  <cp:revision>1</cp:revision>
  <dcterms:created xsi:type="dcterms:W3CDTF">2026-06-30T14:24:11Z</dcterms:created>
  <dcterms:modified xsi:type="dcterms:W3CDTF">2026-06-30T14:24:11Z</dcterms:modified>
</cp:coreProperties>
</file>