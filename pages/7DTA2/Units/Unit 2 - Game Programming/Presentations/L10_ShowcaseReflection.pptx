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explicitly as the 'Evaluate' stage from Lesson 1 — the loop closes today. Celebratory tone; this is the unit's payoff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objective aloud, students set goal in workbook Section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four criteria from Lesson 7 (controls, goal, feedback, difficulty) as the starting point for every comment — model one example live before students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Uncomfortable presenting live? Offer the pre-recorded screen-capture alternative explicitly to the room, not just to students who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back gently on reflections that are all praise — the Extending criterion specifically requires a genuine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this note. Explicitly connect back to the paper tower challenge from Lesson 1 if time allows — same process, much bigger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Congratulate the class on completing the CAT. Quick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· DIGITAL TECHNOLOGY · UNIT 2: GAME PROGRAMMING · LESSON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7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Showcase &amp; Reflection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7F3EC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finished game, give and receive feedback, and close the design-process loop you opened in Lesson 1.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&amp; SUCCESS CRITERIA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Learning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1E4F3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Objective: </a:t>
            </a:r>
            <a:pPr indent="0" marL="0">
              <a:buNone/>
            </a:pPr>
            <a:r>
              <a:rPr lang="en-US" sz="15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finished game to peers, give and receive constructive feedback, and reflect on what you'd do differently.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1B5E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578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Foundation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game and describe what it does.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51960" y="23774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B8620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2578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Developing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30175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specific, criteria-based feedback using the Lesson 7 vocabulary.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863840" y="23774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2B3A8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92440" y="2578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Extending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30175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reflection identifying a genuine limitation and a concrete next step.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Giving Good Feedback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6E8D8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760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Generic (avoid)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Specific (aim for)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A28"/>
                          </a:solidFill>
                        </a:rPr>
                        <a:t>"It's good."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A28"/>
                          </a:solidFill>
                        </a:rPr>
                        <a:t>"The controls felt slightly delayed when jumping."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A28"/>
                          </a:solidFill>
                        </a:rPr>
                        <a:t>"I like it."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A28"/>
                          </a:solidFill>
                        </a:rPr>
                        <a:t>"The score feedback made it really clear when I was doing well."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Showcase Format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3EEE9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of 3-4 students.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demos their game for ~2 minutes while others play or watch.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Observers note one piece of feedback against the four critique criteria.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until everyone in the group has presented.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Reflection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1E4F3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collecting feedback from at least two peers, write a short personal reflection.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10607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that worked well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genuine limitation — not something trivial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concrete next step, if you kept developing the game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1E4F3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01498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2B3A8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214884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LESSON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2606040"/>
            <a:ext cx="9418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→ Plan → Create → Evaluate. Today's showcase IS the Evaluate stage — the loop closes here, and it applies to every project from now on.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Presented your finished game to peers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Gave and received specific, criteria-based feedback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Reflected honestly on strengths and limitations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Closed the design-process loop from Lesson 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080760" y="1005840"/>
            <a:ext cx="0" cy="4389120"/>
          </a:xfrm>
          <a:prstGeom prst="line">
            <a:avLst/>
          </a:prstGeom>
          <a:noFill/>
          <a:ln w="9525">
            <a:solidFill>
              <a:srgbClr val="F7F3EC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0" y="137160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7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3: 3D Modelling — from on-screen building to physical product design with Tinkercad.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L10 — Game Showcase &amp; Reflection</dc:title>
  <dc:subject>PptxGenJS Presentation</dc:subject>
  <dc:creator>EduPortal</dc:creator>
  <cp:lastModifiedBy>EduPortal</cp:lastModifiedBy>
  <cp:revision>1</cp:revision>
  <dcterms:created xsi:type="dcterms:W3CDTF">2026-06-30T14:31:06Z</dcterms:created>
  <dcterms:modified xsi:type="dcterms:W3CDTF">2026-06-30T14:31:06Z</dcterms:modified>
</cp:coreProperties>
</file>