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recap of L1 design process before diving in. Keep energy high — this is a hands-on creative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objective aloud, students set their goal in workbook Section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 zoomed-in image if possible to make this concrete. MakeCode sprites are typically 16x16 — small grid, big constraint.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in Piskel here — canvas size, pencil, fill, palette, export. Keep it under 5 minutes; this is a tool tour, not a tutorial.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 good vs. bad example pair if you have one prepared — busy/detailed sprite vs. simple bold one, at actual game size.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Circulate constantly during this studio time. Watch for students overworking detail at the expense of readability — redirect to the silhouette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4-5 minutes silent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recap, dismiss.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7 · DIGITAL TECHNOLOGY · UNIT 2: GAME PROGRAMMING · LESSON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7F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Pixel Art &amp; Sprites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8686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7F3EC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start making the actual art that will go in your game — the player, the enemies, the world.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 &amp; SUCCESS CRITERIA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Learning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E1E4F3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457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Objective: </a:t>
            </a:r>
            <a:pPr indent="0" marL="0">
              <a:buNone/>
            </a:pPr>
            <a:r>
              <a:rPr lang="en-US" sz="18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digital images are created using pixels, and create original sprite art for use in your game.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5875">
            <a:solidFill>
              <a:srgbClr val="1B5E4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5786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5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Foundation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01752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7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simple original sprite using a pixel art editor.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251960" y="237744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5875">
            <a:solidFill>
              <a:srgbClr val="B8620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80560" y="25786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Developing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80560" y="301752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7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small matching set of sprites with a consistent colour palette.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863840" y="237744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5875">
            <a:solidFill>
              <a:srgbClr val="2B3A8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92440" y="25786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Extending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92440" y="301752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7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sprites with a 2-frame animation in mind.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Pixel?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F6E8D8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457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101498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9050">
            <a:solidFill>
              <a:srgbClr val="B8620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214884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B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2606040"/>
            <a:ext cx="9418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3000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digital image is built from a grid of pixels — single blocks of colour. Pixel art designs with that grid, instead of hiding it.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WALKTHROUGH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Piskel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F6E8D8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457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7955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Tool</a:t>
                      </a:r>
                      <a:endParaRPr lang="en-US" sz="1500" dirty="0"/>
                    </a:p>
                  </a:txBody>
                  <a:tcPr marL="101600" marR="101600" marT="127000" marB="1270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0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What it does</a:t>
                      </a:r>
                      <a:endParaRPr lang="en-US" sz="1500" dirty="0"/>
                    </a:p>
                  </a:txBody>
                  <a:tcPr marL="101600" marR="101600" marT="127000" marB="1270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0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C2A28"/>
                          </a:solidFill>
                        </a:rPr>
                        <a:t>Canvas size</a:t>
                      </a:r>
                      <a:endParaRPr lang="en-US" sz="1500" dirty="0"/>
                    </a:p>
                  </a:txBody>
                  <a:tcPr marL="101600" marR="101600" marT="127000" marB="1270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C2A28"/>
                          </a:solidFill>
                        </a:rPr>
                        <a:t>Set to match MakeCode's sprite size — 16×16 is the default and safest choice.</a:t>
                      </a:r>
                      <a:endParaRPr lang="en-US" sz="1500" dirty="0"/>
                    </a:p>
                  </a:txBody>
                  <a:tcPr marL="101600" marR="101600" marT="127000" marB="1270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C2A28"/>
                          </a:solidFill>
                        </a:rPr>
                        <a:t>Pencil / Fill</a:t>
                      </a:r>
                      <a:endParaRPr lang="en-US" sz="1500" dirty="0"/>
                    </a:p>
                  </a:txBody>
                  <a:tcPr marL="101600" marR="101600" marT="127000" marB="1270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C2A28"/>
                          </a:solidFill>
                        </a:rPr>
                        <a:t>Draw one pixel at a time, or fill a connected area fast.</a:t>
                      </a:r>
                      <a:endParaRPr lang="en-US" sz="1500" dirty="0"/>
                    </a:p>
                  </a:txBody>
                  <a:tcPr marL="101600" marR="101600" marT="127000" marB="1270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C2A28"/>
                          </a:solidFill>
                        </a:rPr>
                        <a:t>Colour palette</a:t>
                      </a:r>
                      <a:endParaRPr lang="en-US" sz="1500" dirty="0"/>
                    </a:p>
                  </a:txBody>
                  <a:tcPr marL="101600" marR="101600" marT="127000" marB="1270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C2A28"/>
                          </a:solidFill>
                        </a:rPr>
                        <a:t>Pick and save the colours you're using — keep it small and consistent.</a:t>
                      </a:r>
                      <a:endParaRPr lang="en-US" sz="1500" dirty="0"/>
                    </a:p>
                  </a:txBody>
                  <a:tcPr marL="101600" marR="101600" marT="127000" marB="1270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C2A28"/>
                          </a:solidFill>
                        </a:rPr>
                        <a:t>Export → PNG</a:t>
                      </a:r>
                      <a:endParaRPr lang="en-US" sz="1500" dirty="0"/>
                    </a:p>
                  </a:txBody>
                  <a:tcPr marL="101600" marR="101600" marT="127000" marB="1270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C2A28"/>
                          </a:solidFill>
                        </a:rPr>
                        <a:t>Saves your sprite as an image file to import into MakeCode.</a:t>
                      </a:r>
                      <a:endParaRPr lang="en-US" sz="1500" dirty="0"/>
                    </a:p>
                  </a:txBody>
                  <a:tcPr marL="101600" marR="101600" marT="127000" marB="127000" anchor="ctr">
                    <a:lnL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Readable Sprites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E1E4F3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457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small and bold — fine detail disappears at 16×16.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contrast — your player should stand out from the background.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your palette — 3 to 5 colours, reused across every sprite.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first — if the shape reads with no colour, detail only helps.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OF LEARNING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Sprite Set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E3EEE9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457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5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original art that will replace every default image in your CAT game.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106070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player character sprite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enemy or collectible sprite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background tile or scene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(Extending) a second animation frame for your player — a walk cycle or idle bounce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40080" y="5806440"/>
            <a:ext cx="10881360" cy="594360"/>
          </a:xfrm>
          <a:prstGeom prst="roundRect">
            <a:avLst>
              <a:gd name="adj" fmla="val 9231"/>
            </a:avLst>
          </a:prstGeom>
          <a:solidFill>
            <a:srgbClr val="F6E8D8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80644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Export each sprite as PNG into a "game assets" folder — you'll import these in Lesson 4.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 Ticket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F3DEE0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457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C1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60704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200"/>
              </a:spcAft>
              <a:buNone/>
            </a:pPr>
            <a:r>
              <a:rPr lang="en-US" sz="20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is a sprite?</a:t>
            </a:r>
            <a:endParaRPr lang="en-US" sz="2000" dirty="0"/>
          </a:p>
          <a:p>
            <a:pPr indent="0" marL="0">
              <a:spcAft>
                <a:spcPts val="2200"/>
              </a:spcAft>
              <a:buNone/>
            </a:pPr>
            <a:r>
              <a:rPr lang="en-US" sz="20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Name two of the four sprite design principles from today.</a:t>
            </a:r>
            <a:endParaRPr lang="en-US" sz="2000" dirty="0"/>
          </a:p>
          <a:p>
            <a:pPr indent="0" marL="0">
              <a:spcAft>
                <a:spcPts val="2200"/>
              </a:spcAft>
              <a:buNone/>
            </a:pPr>
            <a:r>
              <a:rPr lang="en-US" sz="200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Tick your success criteria in Section 1 — which tier did you reach?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Open your workbook — Section 6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05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E8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 digital images are built from pixels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E8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 to use Piskel's core tools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E8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Principles for readable, recognisable sprites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E8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Created an original player, enemy/collectible, and background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080760" y="1005840"/>
            <a:ext cx="0" cy="4389120"/>
          </a:xfrm>
          <a:prstGeom prst="line">
            <a:avLst/>
          </a:prstGeom>
          <a:noFill/>
          <a:ln w="9525">
            <a:solidFill>
              <a:srgbClr val="F7F3EC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0" y="1005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92240" y="137160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F7F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Algorithms &amp; Flowcharts — plan the logic of your game before any building starts.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L2 — Pixel Art &amp; Sprites</dc:title>
  <dc:subject>PptxGenJS Presentation</dc:subject>
  <dc:creator>EduPortal</dc:creator>
  <cp:lastModifiedBy>EduPortal</cp:lastModifiedBy>
  <cp:revision>1</cp:revision>
  <dcterms:created xsi:type="dcterms:W3CDTF">2026-06-30T13:56:25Z</dcterms:created>
  <dcterms:modified xsi:type="dcterms:W3CDTF">2026-06-30T13:56:25Z</dcterms:modified>
</cp:coreProperties>
</file>