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combined lesson (previously two). Pace tightly — both halves use the SAME worked example throughout, don't introduce a second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objective aloud, students set goal in workbook Section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land on: it's not precise or ordered enough — no actual steps. Use this to motivate the definition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BOTH words: precise AND ordered. Model a quick algorithm for an everyday task before moving to the game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three patterns: sequence (1), decision (2-3 if/else). Repetition comes in Lesson 6 — don't introduce it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have a whiteboard, draw each symbol as you name it. This is the vocabulary students need for the rest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live on the board, mapping directly from the algorithm on the earlier slide. Make the diamond's two exits explicit — every decision needs both a yes AND a no path going somewhere.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 and check every diamond has both a yes and no exit. This is the most common error — catch it now, not during CAT studio.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4-5 minutes silent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recap, dismiss. Remind students to bring their flowchart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· DIGITAL TECHNOLOGY · UNIT 2: GAME PROGRAMMING · LESSON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7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&amp; Flowcharts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7F3EC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combined lesson: write the steps precisely, then map them visually. Same skill, two forms.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&amp; SUCCESS CRITERIA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Learning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1E4F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Objective: </a:t>
            </a:r>
            <a:pPr indent="0" marL="0">
              <a:buNone/>
            </a:pPr>
            <a:r>
              <a:rPr lang="en-US" sz="19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an algorithm is, write one precisely, and represent it as a flowchart — including a decision point.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1B5E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Foundation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8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"algorithm," identify flowchart symbols, convert a simple algorithm into a flowchart.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51960" y="23774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B8620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Developing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30175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8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algorithm for a game event and convert it into a flowchart with one decision point.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63840" y="23774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2B3A8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92440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Extending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30175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8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flowchart an algorithm with more than one decision point.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This an Algorithm?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1E4F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01498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2B3A8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14884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ALOUD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2606040"/>
            <a:ext cx="9418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"Make a sandwich." — Is this an algorithm? What's missing?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Algorithm?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6E8D8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01498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B8620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14884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2606040"/>
            <a:ext cx="9418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precise, ordered sequence of steps to solve a problem or complete a task.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Game Event, as an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6E8D8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Player presses A → character jumps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If character lands on enemy → enemy disappears, score +1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Else → nothing happens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ALGORITHM TO FLOWCHART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Symbols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1E4F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6675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Shape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Start / End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Oval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Marks where the algorithm begins or ends.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Process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Rectangle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A single action or step.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Decision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Diamond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A yes/no question — splits into two paths.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Flow line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Arrow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C2A28"/>
                          </a:solidFill>
                        </a:rPr>
                        <a:t>Shows the direction and order of steps.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EXAMPLE, MAPPED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Example, Now as a Flowchart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1E4F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01498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2B3A8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14884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2606040"/>
            <a:ext cx="9418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→ Press A → Jump → ◇ Landed on enemy? → YES: enemy gone, score+1 / NO: nothing happens → End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Game Event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3EEE9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key event from your own game — collecting an item, losing a life, reaching a goal.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10607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as a precise, numbered algorithm, including at least one decision.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it into a flowchart using the correct symbols (draw.io, Lucidchart, or paper).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(Extending) Add a second decision point covering a fuller slice of the game loop.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580644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F6E8D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8064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This flowchart is a required CAT planning artefact — bring it to Lesson 8.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3DEE0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What's the difference between a rectangle and a diamond in a flowchart?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Why do algorithms need to be precise, not just in order?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Tick your success criteria in Section 1 — which tier did you reach?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workbook — Section 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an algorithm is, and why precision matters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90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four flowchart symbols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90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to map an algorithm visually, including decisions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90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Wrote and flowcharted your own game event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080760" y="1005840"/>
            <a:ext cx="0" cy="4389120"/>
          </a:xfrm>
          <a:prstGeom prst="line">
            <a:avLst/>
          </a:prstGeom>
          <a:noFill/>
          <a:ln w="9525">
            <a:solidFill>
              <a:srgbClr val="F7F3EC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0" y="137160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7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MakeCode Arcade — turn this flowchart into real blocks.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L3 — Algorithms &amp; Flowcharts</dc:title>
  <dc:subject>PptxGenJS Presentation</dc:subject>
  <dc:creator>EduPortal</dc:creator>
  <cp:lastModifiedBy>EduPortal</cp:lastModifiedBy>
  <cp:revision>1</cp:revision>
  <dcterms:created xsi:type="dcterms:W3CDTF">2026-06-30T13:59:32Z</dcterms:created>
  <dcterms:modified xsi:type="dcterms:W3CDTF">2026-06-30T13:59:32Z</dcterms:modified>
</cp:coreProperties>
</file>