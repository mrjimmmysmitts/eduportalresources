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73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reveal any numbers on the right-hand tiles yet — cover them or move past this slide quickly. They are the answers.
Opening line: 'Last lesson you sat a test. Today you're going shopping.' Get straight into the game; the maths teaching is deliberately in the back half of the lesson.
Setup before the bell: print the 8 deal cards (Slides 6-7) as A4 sheets, or hand each group a printed set. Groups of 3-4. Each group needs one whiteboard marker or the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are a guide. The two places to protect are Round 1 (25 min — groups need real argument time) and the reveal (13 min — this is where the learning lands).
If you are running short: cut Round 2 to 6 minutes and go straight to the reveal. Never cut the reveal.
If you are running long: the Extending task in the workbook (Section 5) absorbs any spare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LO aloud but do NOT dwell — 60 seconds maximum. Students will not care about it until after the game, which is the point.
Come back to this slide at 85 minutes for the self-assessment in the workbook.
Differentiation note: the tiers are cumulative, not alternative. Everyone attempts Foundation and Developing; Extending is for students who finish Section 4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vote, record the tally on the board, and REFUSE to explain. Say: 'Hold that thought — we'll settle it at the end.'
The tally is the payoff. Most classes go heavily for Deal 1 because 30% is the biggest number on the slide. Deal 2 is actually the better deal (25% vs 23.1%). Coming back to a wrong class vote at minute 60 is worth more than any amount of telling.
Write the tally somewhere you can still see it in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3-4. Mixed ability works better than streamed here — the argument is the learning.
Rule 3 is the scaffold that does all the work. Students who get stuck have almost always skipped it. Your intervention line is: 'What would you normally pay for exactly that much stuff?'
The hardest cards are B, C, E and G because the quantity changes. Push Foundation students to A, D, F, H first and let them build confidence before the multi-item deals.
Circulate. Do not confirm any answers — deflect with 'convince your group, not 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these two slides as handouts — one set per group — so students aren't waiting on the projector.
The quantity wording is deliberate and must not be softened: 'Normally $6 a bag' vs 'Pay $12 for 3 bags'. Students who only read the bold tag will get these wrong, which is exactly the trap being set.
Do not answer 'is this one right?' during Round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these two slides as handouts — one set per group — so students aren't waiting on the projector.
The quantity wording is deliberate and must not be softened: 'Normally $6 a bag' vs 'Pay $12 for 3 bags'. Students who only read the bold tag will get these wrong, which is exactly the trap being set.
Do not answer 'is this one right?' during Round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noisiest part of the lesson and that is fine. Keep it to 12 minutes.
Steer the challenges toward B vs G and toward C. If nobody challenges C, plant it yourself: 'Table 3 has the cereal ranked first. Is anybody game to argue against them?'
Rule 4 matters — publicly praise the first group that changes its ranking. It sets the tone that revising your thinking is the skill on display.
Keep a running score on the board if your class responds to that; drop it if it gets heated.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row at a time if you can — pause on the ties.
Do NOT explain the maths yet. Just let them see the ranking and react. The three explanation slides follow.
Ask: 'Which row surprised you most?' before you say anything. The answer you want surfacing is C.
All figures are savings as a percentage of what you would normally pay for the same quantity of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dollar savings are different ($6 vs $10) but the percentage is identical. That contrast is the whole point of the slide — dollars off tell you nothing on their own.
Ask: 'Deal G saves you more dollars. Is it a better deal?' Sit in the silence.
Extension question for a quick group: is 'buy 4 get 2 free' the same deal too? (Yes — still one third free.)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on E. 'Second item half price' feels like a much bigger deal than it is because the word HALF is doing the marketing. Half off one of two items is a quarter off the pair.
Good question to throw out: 'Which of these three would a shop put on the biggest sign, and why?' (F — because 25% OFF is the only one that sounds like a percentage, and percentages sound official.)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go back to the tally you wrote on the board at minute 5. Most of the class voted for the cereal. This is the moment the lesson pays off — let them feel it.
The key sentence to land: a percentage on its own means nothing. 30% of what?
This idea is the backbone of the whole percentages unit, so it is worth two full minutes of silence and questions.
If a student argues 'but you get MORE cereal, so it IS better' — that's a good argument and worth crediting. Value per gram is still better than not being on special; it's just worse than the pizza deal. Precision, not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4 minutes. The etymology (century, centimetre, cent) sticks better than a definition and costs 30 seconds.
The four benchmarks on the right are the highest-leverage facts in the whole unit. Drill them: call out 50%, class calls back 'a half'. Do it fast, twice.
The fraction and decimal columns are there for recognition only — you are NOT teaching decimal conversion today. Resist the temptation.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this out loud, writing every line on the board even though it's on the slide. Year 7 students need to see the layout, not just the answer.
Say the reason for each step: 'I want 25. I can't get 25 straight away, but I can get 10, and 20 is just double, and 5 is just half.'
Common error to pre-empt: students stop at $10 and write that as the sale price. Ask every time: 'Is that the discount or the price?'
Differentiation: 🟢 Foundation students should practise ONLY the first box (10% of an amount) until it's automatic before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whiteboard quick-fire before moving on — three questions, 30 seconds each, everyone shows at once. Answers: $8, $10, $3.
This is your formative checkpoint. If more than about a quarter of the class is wrong on 10% of $80, stop and reteach the divide-by-10 step before releasing them to the workbook.
The calculator column is deliberately secondary. Students who reach for 0.15 × 60 before they can do 10% mentally will struggle with percentage change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 is tight and that's intentional — nobody should finish everything.
Sit with the 🟢 group for the first four minutes. The single skill to secure is dividing by 10, including when it produces a decimal ($45 → $4.50). That decimal point is the most common error you'll see today.
The 🟣 task doubles as next lesson's warm-up. Photograph two good ones before the bell.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Think-pair-share, 90 seconds. Then take three responses only.
Listen for students who can now articulate 'percentage of what?' unprompted — that's your evidence the LO landed.
If several students still say trap 3 is 'unfair' rather than 'smaller', spend an extra minute on it. It's the misconception most likely to survive into the percentage-change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for your marking: 1) $7  2) $45 (discount $15)  3) Shop A is better — 'buy 2 get 1 free' means you get 3 items but pay for only 2, so you save 1 item in every 3 = 33.3%, which beats 30% off.
Q3 is the discriminator. A student who compares the two as percentages of the same starting amount has met the LO regardless of arithmetic slips.
Collect or photograph these — they set your grouping for lesson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homework ask costs nothing and reliably produces material. Keep the good ones — the deck gets better every year you run this.
If you want a formal homework, the workbook Extending task is the natural one to finish.
End on the 20% up / 20% down tease. It's genuinely surprising and buys you attention at the start of lesson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VICTORIAN CURRICULUM · LEVEL 7 · NUMBER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Supermarket</a:t>
            </a:r>
            <a:endParaRPr lang="en-US" sz="4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Showdown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Percentages · Lesson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minutes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deal is actually the best?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97880" y="457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080760" y="5120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08076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97880" y="153619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080760" y="15910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807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261518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080760" y="26700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80760" y="3163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97880" y="3694176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08076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80760" y="4242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0–8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3258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+ learning objective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meet the deals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1488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rank all eight deals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40–52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5603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— head-to-head challenge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52–65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29718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 + three big surprises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02920" y="33832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65–85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3832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actually work it out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85–95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91640" y="37947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workbook tasks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02920" y="42062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95–100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42062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today…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…you can compare deals fairly and find a percentage of an amount.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turn a shop deal into a percentage saving, and use that to decide which deal is best value.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67512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7249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what you'd normally pay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what you actually pay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10% of an amount by dividing by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240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410712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27249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saving into a percentage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percentage of an amount using the 10% method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several deals by percentage saved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2240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153912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27249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two deals that look different are equal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deal that is worse than it sounds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deal that sounds better than it 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deals. Which one do you take?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EXTRA FREE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Cereal — normally 500 g for $5.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650 g for $5.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 OFF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— normally $12.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$9.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 up for Deal 1. Hands up for Deal 2. Nobody explain yet.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25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Showdown —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128930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eight deals. In your group, rank them BEST VALUE to WORST VALUE.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02920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89280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agree as a group. One ranking per table.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24963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deal, work out two things: what you'd NORMALLY pay, and what you ACTUALLY pay.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13639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292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309981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</a:t>
            </a: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a calculator. You may not use the internet.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739896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0292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defend any position in your ranking. 'It just feels better' is not a defence.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49884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85800" y="4498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2: Round 1 Ranking Table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THE EIGHT DEALS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DEALS A – 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630936" y="14081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3093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6424" y="1426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PRICE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1883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Jeans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" y="21579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$24 each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24140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$12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837176" y="14081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3717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12664" y="1426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2 GET 1 FREE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5464" y="1883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Corn chips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55464" y="21579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$6 a bag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55464" y="24140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$12 for 3 bags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30936" y="30083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30936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6424" y="3026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EXTRA FREE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" y="34838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" y="37581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500 g for $5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" y="4014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$5 for 650 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837176" y="30083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837176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12664" y="3026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OFF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55464" y="34838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55464" y="37581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$12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55464" y="4014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$9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THE EIGHT DEALS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DEALS E – 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630936" y="14081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3093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6424" y="1426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ITEM ½ PRICE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" y="1883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Shampoo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" y="21579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$8 each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24140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$12 for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837176" y="14081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3717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12664" y="1426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5464" y="1883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55464" y="21579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$40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55464" y="24140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$30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30936" y="30083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30936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6424" y="3026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 THE PRICE OF 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" y="34838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" y="37581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$10 each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" y="4014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$20 for 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837176" y="3008376"/>
            <a:ext cx="384048" cy="384048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837176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12664" y="3026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OFF $50 SPEND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55464" y="34838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shop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55464" y="37581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$50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55464" y="4014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$45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12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have to defend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group may challenge another group's ranking. Name the two deals you think are in the wrong order.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57984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15798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challenged group has 60 seconds to justify their order — with numbers, not opinions.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944368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944368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class votes on who argued it better. Winner takes a point.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730752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02920" y="37307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730752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group may change their ranking at any time. Changing your mind is not losing.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49884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85800" y="4498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Workbook Section 3: record one argument you heard that changed your mind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by percentage saved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price jeans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1655064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40080" y="16550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16550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2 get 1 free — chips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1655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40080" y="2075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20756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 the price of 2 — books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2075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2496312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40080" y="2496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24963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off a $12 pizza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2496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02920" y="2916936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40080" y="29169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29169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shampoo half price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40880" y="2916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02920" y="3337560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40080" y="3337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45920" y="3337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off runners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4088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02920" y="3758184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640080" y="3758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45920" y="37581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extra free cereal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4088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23.1%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502920" y="4178808"/>
            <a:ext cx="8138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40080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8872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45920" y="41788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off a $50 shop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040880" y="4178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COPY: percentage saved lets you compare deals that look nothing alike.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deals. Same deal.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BUY 2 GET 1 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at $6 a bag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3 bags = $18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= $12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save = $6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 out of $18 = 33.3%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92040" y="128016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07492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3 FOR THE PRICE OF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at $10 each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2148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3 books = $30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= $20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save = $10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out of $30 = 33.3%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15968" y="2331720"/>
            <a:ext cx="512064" cy="512064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31596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words. Different prices. Different products. Identical deal.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deals, all exactly 25% off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649224" y="142646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49224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8136" y="1426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OFF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$12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$12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$9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$3 of $12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392424" y="142646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392424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31336" y="1426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ITEM ½ PRICE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$8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0712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$16 for 2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$12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$4 of $16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0712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989320" y="128016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135624" y="142646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135624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4536" y="1426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53912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 $40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53912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$40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$30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$10 of $40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53912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of these actually says a percentage — but all three are the same discount.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3 · THE TRAP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extra free is NOT 30% off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Cereal: normally 500 g for $5. So the normal rate is $1 per 100 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get 650 g for $5.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normal rate, 650 g would cost $6.50.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save $1.50 out of $6.50  →  23.1%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30% is extra product added on TOP. The saving is measured against the BIGGER amount — so the percentage shrinks.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COPY: always ask — a percentage of WHAT?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MATHS · 20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cent means per hundred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 = 100.  So 25% means 25 out of every 100.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Century = 100 years.  Centimetre = 1/100 of a metre.  100 cents in a dollar.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234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 BY HEART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572768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715000" y="157276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57276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3800" y="157276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77840" y="2139696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715000" y="213969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13969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2139696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0" y="2706624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715000" y="270662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70662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3800" y="2706624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77840" y="3273552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715000" y="327355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327355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43800" y="327355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both boxes into Workbook Section 4.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352044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 said 25% off $40.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$25 comes off every $100 you spend.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is also 1/4 — and a quarter of $40 is $10.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percentage of an amount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10%. Build everything else from there.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anything = divide by 10.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25% off $40 runners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2624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÷ 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$4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551176" y="2514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688336" y="2624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88336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10%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88336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$8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99432" y="2514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736592" y="2624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6592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10%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36592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$2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47688" y="2514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784848" y="2624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84848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+ $2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$10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discount is $10, and you pay $40 − $10 = $30.  ✔ Matches Deal F.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02920" y="449884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85800" y="4498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 worked example into Workbook Section 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— 15% of $60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4F6FA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FROM 10%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1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$60 = $6</a:t>
            </a:r>
            <a:endParaRPr lang="en-US" sz="19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is half of that = $3</a:t>
            </a:r>
            <a:endParaRPr lang="en-US" sz="19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= $6 + $3</a:t>
            </a:r>
            <a:endParaRPr lang="en-US" sz="19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= $9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$9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873752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CALCULATOR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73752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1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= 15 ÷ 100 = 0.15</a:t>
            </a:r>
            <a:endParaRPr lang="en-US" sz="19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× 60 = 9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73752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answer, both ways.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10% method when you're in a shop.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calculator when the numbers are ugly.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297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fire — on your whiteboards:   10% of $80    ·    20% of $50    ·    5% of $60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10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Section 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on 🟢. Move up when you're confident.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278892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10% of six amounts.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find the sale price of three items with 10% off.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242316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788920" y="2423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10% method for 15%, 20%, 25% and 30% of an amount.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re-rank three of today's deals with full working.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347472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788920" y="3474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deal that sounds better than it is.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sign, then show the real percentage saved underneath.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49884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85800" y="4498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5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THINKING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traps to remember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13232" y="1563624"/>
            <a:ext cx="438912" cy="438912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13232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Dollars off ≠ better deal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off sounds bigger than $3 off — but it depends what you started with.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713232" y="2615184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13232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2487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price on ONE item ≠ half price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'2nd item half price' is 25% off the pair, not 50%.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13232" y="3666744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13232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538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free ≠ that much off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3886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'30% extra free' saved only 23.1%, because the 30% is measured on the smaller amount.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to the person next to you: which trap would have caught you at the start of the lesson?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· 5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Section 6 — no talking, no notes.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13232" y="1591056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20% of $35.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713232" y="2505456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13232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$60 jacket is 25% off. What do you pay?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13232" y="3419856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13232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32461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A: 'buy 2 get 1 free'. Shop B: '30% off'. Which is the better deal, and how do you know?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tick where you are against today's success criteria.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compared deals by asking: what percentage of the original did I save?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we turn that around — given a percentage, find the new price. Then percentage increase, GST, and why a 20% rise followed by a 20% fall does not get you back to where you started.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in a real deal you spot this week — a catalogue, a sign, a screenshot. We'll rank the best ones.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find gets added to the deal deck — with your name on the card.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3555</Words>
  <Application>Microsoft Office PowerPoint</Application>
  <PresentationFormat>On-screen Show (16:9)</PresentationFormat>
  <Paragraphs>345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Showdown — Year 7 Percentages L1</dc:title>
  <dc:subject>PptxGenJS Presentation</dc:subject>
  <dc:creator>Allo</dc:creator>
  <cp:lastModifiedBy>James Smith 5</cp:lastModifiedBy>
  <cp:revision>2</cp:revision>
  <dcterms:created xsi:type="dcterms:W3CDTF">2026-08-18T03:15:09Z</dcterms:created>
  <dcterms:modified xsi:type="dcterms:W3CDTF">2026-08-18T03:52:02Z</dcterms:modified>
</cp:coreProperties>
</file>